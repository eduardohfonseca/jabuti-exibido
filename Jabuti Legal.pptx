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26" r:id="rId2"/>
    <p:sldId id="390" r:id="rId3"/>
    <p:sldId id="393" r:id="rId4"/>
    <p:sldId id="394" r:id="rId5"/>
    <p:sldId id="395" r:id="rId6"/>
    <p:sldId id="396" r:id="rId7"/>
    <p:sldId id="397" r:id="rId8"/>
    <p:sldId id="398" r:id="rId9"/>
    <p:sldId id="399" r:id="rId10"/>
    <p:sldId id="385" r:id="rId11"/>
    <p:sldId id="402" r:id="rId12"/>
    <p:sldId id="400" r:id="rId13"/>
    <p:sldId id="401" r:id="rId14"/>
    <p:sldId id="391" r:id="rId15"/>
  </p:sldIdLst>
  <p:sldSz cx="9144000" cy="5143500" type="screen16x9"/>
  <p:notesSz cx="6858000" cy="9144000"/>
  <p:custDataLst>
    <p:tags r:id="rId18"/>
  </p:custData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FCF846"/>
    <a:srgbClr val="EEE804"/>
    <a:srgbClr val="FDFB95"/>
    <a:srgbClr val="655E39"/>
    <a:srgbClr val="7C831F"/>
    <a:srgbClr val="ECD20E"/>
    <a:srgbClr val="D0B306"/>
    <a:srgbClr val="000000"/>
    <a:srgbClr val="151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24FF58-3CF7-4680-8629-6FC09C33157A}" v="6" dt="2026-03-31T14:54:53.223"/>
  </p1510:revLst>
</p1510:revInfo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Estilo E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54" autoAdjust="0"/>
  </p:normalViewPr>
  <p:slideViewPr>
    <p:cSldViewPr snapToGrid="0">
      <p:cViewPr varScale="1">
        <p:scale>
          <a:sx n="85" d="100"/>
          <a:sy n="85" d="100"/>
        </p:scale>
        <p:origin x="752" y="28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31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H. Fonseca" userId="e371cb9fe6017de1" providerId="LiveId" clId="{576CEC93-0C68-48DC-9F92-06B031A47533}"/>
    <pc:docChg chg="undo custSel addSld delSld modSld sldOrd">
      <pc:chgData name="Eduardo H. Fonseca" userId="e371cb9fe6017de1" providerId="LiveId" clId="{576CEC93-0C68-48DC-9F92-06B031A47533}" dt="2026-03-31T14:58:09.265" v="12507" actId="14100"/>
      <pc:docMkLst>
        <pc:docMk/>
      </pc:docMkLst>
      <pc:sldChg chg="addSp delSp modSp mod modShow">
        <pc:chgData name="Eduardo H. Fonseca" userId="e371cb9fe6017de1" providerId="LiveId" clId="{576CEC93-0C68-48DC-9F92-06B031A47533}" dt="2026-03-31T14:58:09.265" v="12507" actId="14100"/>
        <pc:sldMkLst>
          <pc:docMk/>
          <pc:sldMk cId="0" sldId="385"/>
        </pc:sldMkLst>
        <pc:spChg chg="del mod">
          <ac:chgData name="Eduardo H. Fonseca" userId="e371cb9fe6017de1" providerId="LiveId" clId="{576CEC93-0C68-48DC-9F92-06B031A47533}" dt="2026-03-31T14:54:19.883" v="12469" actId="478"/>
          <ac:spMkLst>
            <pc:docMk/>
            <pc:sldMk cId="0" sldId="385"/>
            <ac:spMk id="7" creationId="{33B4EA4F-745D-AFCE-3478-2674F50324AA}"/>
          </ac:spMkLst>
        </pc:spChg>
        <pc:spChg chg="del">
          <ac:chgData name="Eduardo H. Fonseca" userId="e371cb9fe6017de1" providerId="LiveId" clId="{576CEC93-0C68-48DC-9F92-06B031A47533}" dt="2026-03-31T14:54:41.454" v="12474" actId="478"/>
          <ac:spMkLst>
            <pc:docMk/>
            <pc:sldMk cId="0" sldId="385"/>
            <ac:spMk id="19" creationId="{B469F052-966B-9216-7E1C-DB0D673661F2}"/>
          </ac:spMkLst>
        </pc:spChg>
        <pc:spChg chg="add del">
          <ac:chgData name="Eduardo H. Fonseca" userId="e371cb9fe6017de1" providerId="LiveId" clId="{576CEC93-0C68-48DC-9F92-06B031A47533}" dt="2026-03-31T14:54:41.454" v="12474" actId="478"/>
          <ac:spMkLst>
            <pc:docMk/>
            <pc:sldMk cId="0" sldId="385"/>
            <ac:spMk id="27" creationId="{2A49BAD8-D620-3670-A766-964571BE0A0F}"/>
          </ac:spMkLst>
        </pc:spChg>
        <pc:spChg chg="add del">
          <ac:chgData name="Eduardo H. Fonseca" userId="e371cb9fe6017de1" providerId="LiveId" clId="{576CEC93-0C68-48DC-9F92-06B031A47533}" dt="2026-03-31T14:54:41.454" v="12474" actId="478"/>
          <ac:spMkLst>
            <pc:docMk/>
            <pc:sldMk cId="0" sldId="385"/>
            <ac:spMk id="32" creationId="{2A15731F-83E3-36E8-BEEA-0899098B0314}"/>
          </ac:spMkLst>
        </pc:spChg>
        <pc:spChg chg="del">
          <ac:chgData name="Eduardo H. Fonseca" userId="e371cb9fe6017de1" providerId="LiveId" clId="{576CEC93-0C68-48DC-9F92-06B031A47533}" dt="2026-03-31T14:54:41.454" v="12474" actId="478"/>
          <ac:spMkLst>
            <pc:docMk/>
            <pc:sldMk cId="0" sldId="385"/>
            <ac:spMk id="33" creationId="{C221B305-2A87-1D65-20D3-AEE002340460}"/>
          </ac:spMkLst>
        </pc:spChg>
        <pc:spChg chg="del">
          <ac:chgData name="Eduardo H. Fonseca" userId="e371cb9fe6017de1" providerId="LiveId" clId="{576CEC93-0C68-48DC-9F92-06B031A47533}" dt="2026-03-31T14:54:29.755" v="12472" actId="478"/>
          <ac:spMkLst>
            <pc:docMk/>
            <pc:sldMk cId="0" sldId="385"/>
            <ac:spMk id="34" creationId="{32B0004E-797F-83D9-73E5-C567709CE726}"/>
          </ac:spMkLst>
        </pc:spChg>
        <pc:spChg chg="del">
          <ac:chgData name="Eduardo H. Fonseca" userId="e371cb9fe6017de1" providerId="LiveId" clId="{576CEC93-0C68-48DC-9F92-06B031A47533}" dt="2026-03-31T14:54:41.454" v="12474" actId="478"/>
          <ac:spMkLst>
            <pc:docMk/>
            <pc:sldMk cId="0" sldId="385"/>
            <ac:spMk id="35" creationId="{0DF4A311-E639-B659-50BE-70DBD009831C}"/>
          </ac:spMkLst>
        </pc:spChg>
        <pc:spChg chg="add del">
          <ac:chgData name="Eduardo H. Fonseca" userId="e371cb9fe6017de1" providerId="LiveId" clId="{576CEC93-0C68-48DC-9F92-06B031A47533}" dt="2026-03-31T14:54:41.454" v="12474" actId="478"/>
          <ac:spMkLst>
            <pc:docMk/>
            <pc:sldMk cId="0" sldId="385"/>
            <ac:spMk id="36" creationId="{FDC29896-C165-476E-F9A1-BFE52CD7474F}"/>
          </ac:spMkLst>
        </pc:spChg>
        <pc:spChg chg="del">
          <ac:chgData name="Eduardo H. Fonseca" userId="e371cb9fe6017de1" providerId="LiveId" clId="{576CEC93-0C68-48DC-9F92-06B031A47533}" dt="2026-03-31T14:54:29.755" v="12472" actId="478"/>
          <ac:spMkLst>
            <pc:docMk/>
            <pc:sldMk cId="0" sldId="385"/>
            <ac:spMk id="37" creationId="{1DE3E06E-7AF4-8226-2737-64D6F4E7B5CF}"/>
          </ac:spMkLst>
        </pc:spChg>
        <pc:spChg chg="add del">
          <ac:chgData name="Eduardo H. Fonseca" userId="e371cb9fe6017de1" providerId="LiveId" clId="{576CEC93-0C68-48DC-9F92-06B031A47533}" dt="2026-03-31T14:54:32.913" v="12473" actId="478"/>
          <ac:spMkLst>
            <pc:docMk/>
            <pc:sldMk cId="0" sldId="385"/>
            <ac:spMk id="38" creationId="{E2C60C4A-660F-557B-7213-71967BFD7C89}"/>
          </ac:spMkLst>
        </pc:spChg>
        <pc:spChg chg="add del">
          <ac:chgData name="Eduardo H. Fonseca" userId="e371cb9fe6017de1" providerId="LiveId" clId="{576CEC93-0C68-48DC-9F92-06B031A47533}" dt="2026-03-31T14:54:41.454" v="12474" actId="478"/>
          <ac:spMkLst>
            <pc:docMk/>
            <pc:sldMk cId="0" sldId="385"/>
            <ac:spMk id="39" creationId="{66864B6F-545B-BD1C-15BF-6BF8D2603FAE}"/>
          </ac:spMkLst>
        </pc:spChg>
        <pc:spChg chg="add del">
          <ac:chgData name="Eduardo H. Fonseca" userId="e371cb9fe6017de1" providerId="LiveId" clId="{576CEC93-0C68-48DC-9F92-06B031A47533}" dt="2026-03-31T14:54:41.454" v="12474" actId="478"/>
          <ac:spMkLst>
            <pc:docMk/>
            <pc:sldMk cId="0" sldId="385"/>
            <ac:spMk id="40" creationId="{5D7CB0CB-FE5A-7BA7-5649-98E23B171D6B}"/>
          </ac:spMkLst>
        </pc:spChg>
        <pc:spChg chg="add del">
          <ac:chgData name="Eduardo H. Fonseca" userId="e371cb9fe6017de1" providerId="LiveId" clId="{576CEC93-0C68-48DC-9F92-06B031A47533}" dt="2026-03-31T14:54:41.454" v="12474" actId="478"/>
          <ac:spMkLst>
            <pc:docMk/>
            <pc:sldMk cId="0" sldId="385"/>
            <ac:spMk id="41" creationId="{934EC1FB-D7A0-5D13-37E1-52338DD664B2}"/>
          </ac:spMkLst>
        </pc:spChg>
        <pc:spChg chg="del">
          <ac:chgData name="Eduardo H. Fonseca" userId="e371cb9fe6017de1" providerId="LiveId" clId="{576CEC93-0C68-48DC-9F92-06B031A47533}" dt="2026-03-31T14:54:41.454" v="12474" actId="478"/>
          <ac:spMkLst>
            <pc:docMk/>
            <pc:sldMk cId="0" sldId="385"/>
            <ac:spMk id="42" creationId="{343FC1AC-8C07-687D-B719-308367C8FDBF}"/>
          </ac:spMkLst>
        </pc:spChg>
        <pc:spChg chg="add del">
          <ac:chgData name="Eduardo H. Fonseca" userId="e371cb9fe6017de1" providerId="LiveId" clId="{576CEC93-0C68-48DC-9F92-06B031A47533}" dt="2026-03-31T14:54:46.647" v="12475" actId="478"/>
          <ac:spMkLst>
            <pc:docMk/>
            <pc:sldMk cId="0" sldId="385"/>
            <ac:spMk id="48" creationId="{83542195-FDC8-53EE-D843-11C350C3BDA0}"/>
          </ac:spMkLst>
        </pc:spChg>
        <pc:spChg chg="del">
          <ac:chgData name="Eduardo H. Fonseca" userId="e371cb9fe6017de1" providerId="LiveId" clId="{576CEC93-0C68-48DC-9F92-06B031A47533}" dt="2026-03-31T14:54:46.647" v="12475" actId="478"/>
          <ac:spMkLst>
            <pc:docMk/>
            <pc:sldMk cId="0" sldId="385"/>
            <ac:spMk id="63" creationId="{0A4F3C25-4DDF-613C-5EFB-B9B595FD3655}"/>
          </ac:spMkLst>
        </pc:spChg>
        <pc:spChg chg="add del">
          <ac:chgData name="Eduardo H. Fonseca" userId="e371cb9fe6017de1" providerId="LiveId" clId="{576CEC93-0C68-48DC-9F92-06B031A47533}" dt="2026-03-31T14:54:46.647" v="12475" actId="478"/>
          <ac:spMkLst>
            <pc:docMk/>
            <pc:sldMk cId="0" sldId="385"/>
            <ac:spMk id="130" creationId="{7A561A95-6396-CFC4-F8FB-EE2D7E8BF99A}"/>
          </ac:spMkLst>
        </pc:spChg>
        <pc:spChg chg="del">
          <ac:chgData name="Eduardo H. Fonseca" userId="e371cb9fe6017de1" providerId="LiveId" clId="{576CEC93-0C68-48DC-9F92-06B031A47533}" dt="2026-03-31T14:54:46.647" v="12475" actId="478"/>
          <ac:spMkLst>
            <pc:docMk/>
            <pc:sldMk cId="0" sldId="385"/>
            <ac:spMk id="131" creationId="{E9700692-3470-1A9D-8EE5-CC5E9AD97D7B}"/>
          </ac:spMkLst>
        </pc:spChg>
        <pc:spChg chg="del">
          <ac:chgData name="Eduardo H. Fonseca" userId="e371cb9fe6017de1" providerId="LiveId" clId="{576CEC93-0C68-48DC-9F92-06B031A47533}" dt="2026-03-31T14:54:46.647" v="12475" actId="478"/>
          <ac:spMkLst>
            <pc:docMk/>
            <pc:sldMk cId="0" sldId="385"/>
            <ac:spMk id="136" creationId="{0E0D1B0A-4AD7-9E9A-AD7F-B5733B27CED6}"/>
          </ac:spMkLst>
        </pc:spChg>
        <pc:spChg chg="del">
          <ac:chgData name="Eduardo H. Fonseca" userId="e371cb9fe6017de1" providerId="LiveId" clId="{576CEC93-0C68-48DC-9F92-06B031A47533}" dt="2026-03-31T14:54:46.647" v="12475" actId="478"/>
          <ac:spMkLst>
            <pc:docMk/>
            <pc:sldMk cId="0" sldId="385"/>
            <ac:spMk id="137" creationId="{C31BB43E-90AC-5FC8-AC56-B05036D76755}"/>
          </ac:spMkLst>
        </pc:spChg>
        <pc:spChg chg="del">
          <ac:chgData name="Eduardo H. Fonseca" userId="e371cb9fe6017de1" providerId="LiveId" clId="{576CEC93-0C68-48DC-9F92-06B031A47533}" dt="2026-03-31T14:54:46.647" v="12475" actId="478"/>
          <ac:spMkLst>
            <pc:docMk/>
            <pc:sldMk cId="0" sldId="385"/>
            <ac:spMk id="138" creationId="{FBAC3705-A2BA-31B7-5A44-EE4223E3F877}"/>
          </ac:spMkLst>
        </pc:spChg>
        <pc:spChg chg="del">
          <ac:chgData name="Eduardo H. Fonseca" userId="e371cb9fe6017de1" providerId="LiveId" clId="{576CEC93-0C68-48DC-9F92-06B031A47533}" dt="2026-03-31T14:54:53.223" v="12476" actId="478"/>
          <ac:spMkLst>
            <pc:docMk/>
            <pc:sldMk cId="0" sldId="385"/>
            <ac:spMk id="147" creationId="{FA7D9488-3302-BE7F-B5B0-331EF26CA5CC}"/>
          </ac:spMkLst>
        </pc:spChg>
        <pc:spChg chg="del">
          <ac:chgData name="Eduardo H. Fonseca" userId="e371cb9fe6017de1" providerId="LiveId" clId="{576CEC93-0C68-48DC-9F92-06B031A47533}" dt="2026-03-31T14:54:53.223" v="12476" actId="478"/>
          <ac:spMkLst>
            <pc:docMk/>
            <pc:sldMk cId="0" sldId="385"/>
            <ac:spMk id="149" creationId="{F8C780B1-7FF9-90B2-58F6-F324327F494C}"/>
          </ac:spMkLst>
        </pc:spChg>
        <pc:spChg chg="del">
          <ac:chgData name="Eduardo H. Fonseca" userId="e371cb9fe6017de1" providerId="LiveId" clId="{576CEC93-0C68-48DC-9F92-06B031A47533}" dt="2026-03-31T14:54:53.223" v="12476" actId="478"/>
          <ac:spMkLst>
            <pc:docMk/>
            <pc:sldMk cId="0" sldId="385"/>
            <ac:spMk id="152" creationId="{81DFAFFD-4068-5239-74E4-5FB1C95964FB}"/>
          </ac:spMkLst>
        </pc:spChg>
        <pc:spChg chg="del">
          <ac:chgData name="Eduardo H. Fonseca" userId="e371cb9fe6017de1" providerId="LiveId" clId="{576CEC93-0C68-48DC-9F92-06B031A47533}" dt="2026-03-31T14:54:53.223" v="12476" actId="478"/>
          <ac:spMkLst>
            <pc:docMk/>
            <pc:sldMk cId="0" sldId="385"/>
            <ac:spMk id="153" creationId="{E9AC011C-5948-3E5A-A43A-E5101B7E6237}"/>
          </ac:spMkLst>
        </pc:spChg>
        <pc:spChg chg="add del">
          <ac:chgData name="Eduardo H. Fonseca" userId="e371cb9fe6017de1" providerId="LiveId" clId="{576CEC93-0C68-48DC-9F92-06B031A47533}" dt="2026-03-31T14:54:53.223" v="12476" actId="478"/>
          <ac:spMkLst>
            <pc:docMk/>
            <pc:sldMk cId="0" sldId="385"/>
            <ac:spMk id="154" creationId="{CB583FF9-4DB1-9AD7-C3FA-D1AF1C93F916}"/>
          </ac:spMkLst>
        </pc:spChg>
        <pc:picChg chg="add mod">
          <ac:chgData name="Eduardo H. Fonseca" userId="e371cb9fe6017de1" providerId="LiveId" clId="{576CEC93-0C68-48DC-9F92-06B031A47533}" dt="2026-03-31T14:55:29.558" v="12479" actId="1076"/>
          <ac:picMkLst>
            <pc:docMk/>
            <pc:sldMk cId="0" sldId="385"/>
            <ac:picMk id="3" creationId="{3C446403-E085-F234-28A6-528B63A96E46}"/>
          </ac:picMkLst>
        </pc:picChg>
        <pc:picChg chg="del">
          <ac:chgData name="Eduardo H. Fonseca" userId="e371cb9fe6017de1" providerId="LiveId" clId="{576CEC93-0C68-48DC-9F92-06B031A47533}" dt="2026-03-31T14:54:15" v="12464" actId="478"/>
          <ac:picMkLst>
            <pc:docMk/>
            <pc:sldMk cId="0" sldId="385"/>
            <ac:picMk id="9" creationId="{45696A3A-1A0D-3778-9DA2-63F83EA8B0B6}"/>
          </ac:picMkLst>
        </pc:picChg>
        <pc:picChg chg="del">
          <ac:chgData name="Eduardo H. Fonseca" userId="e371cb9fe6017de1" providerId="LiveId" clId="{576CEC93-0C68-48DC-9F92-06B031A47533}" dt="2026-03-31T14:54:22.967" v="12470" actId="478"/>
          <ac:picMkLst>
            <pc:docMk/>
            <pc:sldMk cId="0" sldId="385"/>
            <ac:picMk id="11" creationId="{02F360D2-8386-3E52-6715-0ED72C3ABB11}"/>
          </ac:picMkLst>
        </pc:picChg>
        <pc:picChg chg="add mod">
          <ac:chgData name="Eduardo H. Fonseca" userId="e371cb9fe6017de1" providerId="LiveId" clId="{576CEC93-0C68-48DC-9F92-06B031A47533}" dt="2026-03-31T14:58:04.283" v="12506" actId="14100"/>
          <ac:picMkLst>
            <pc:docMk/>
            <pc:sldMk cId="0" sldId="385"/>
            <ac:picMk id="12" creationId="{F4A4F30B-EA62-F855-6593-78CE515EDB58}"/>
          </ac:picMkLst>
        </pc:picChg>
        <pc:picChg chg="del">
          <ac:chgData name="Eduardo H. Fonseca" userId="e371cb9fe6017de1" providerId="LiveId" clId="{576CEC93-0C68-48DC-9F92-06B031A47533}" dt="2026-03-31T14:54:15.914" v="12465" actId="478"/>
          <ac:picMkLst>
            <pc:docMk/>
            <pc:sldMk cId="0" sldId="385"/>
            <ac:picMk id="13" creationId="{68E9651E-C887-4768-0A7D-D40569D12E7A}"/>
          </ac:picMkLst>
        </pc:picChg>
        <pc:picChg chg="del">
          <ac:chgData name="Eduardo H. Fonseca" userId="e371cb9fe6017de1" providerId="LiveId" clId="{576CEC93-0C68-48DC-9F92-06B031A47533}" dt="2026-03-31T14:54:16.823" v="12466" actId="478"/>
          <ac:picMkLst>
            <pc:docMk/>
            <pc:sldMk cId="0" sldId="385"/>
            <ac:picMk id="15" creationId="{D55A317C-B109-7ECE-5086-A598877CB743}"/>
          </ac:picMkLst>
        </pc:picChg>
        <pc:picChg chg="add mod">
          <ac:chgData name="Eduardo H. Fonseca" userId="e371cb9fe6017de1" providerId="LiveId" clId="{576CEC93-0C68-48DC-9F92-06B031A47533}" dt="2026-03-31T14:57:53.822" v="12504" actId="1076"/>
          <ac:picMkLst>
            <pc:docMk/>
            <pc:sldMk cId="0" sldId="385"/>
            <ac:picMk id="16" creationId="{CB084080-880A-5976-C630-433F7911F59B}"/>
          </ac:picMkLst>
        </pc:picChg>
        <pc:picChg chg="del">
          <ac:chgData name="Eduardo H. Fonseca" userId="e371cb9fe6017de1" providerId="LiveId" clId="{576CEC93-0C68-48DC-9F92-06B031A47533}" dt="2026-03-31T14:54:22.967" v="12470" actId="478"/>
          <ac:picMkLst>
            <pc:docMk/>
            <pc:sldMk cId="0" sldId="385"/>
            <ac:picMk id="17" creationId="{DF680329-FCB9-26F0-62EF-8294BFDBA065}"/>
          </ac:picMkLst>
        </pc:picChg>
        <pc:picChg chg="del">
          <ac:chgData name="Eduardo H. Fonseca" userId="e371cb9fe6017de1" providerId="LiveId" clId="{576CEC93-0C68-48DC-9F92-06B031A47533}" dt="2026-03-31T14:54:24.648" v="12471" actId="478"/>
          <ac:picMkLst>
            <pc:docMk/>
            <pc:sldMk cId="0" sldId="385"/>
            <ac:picMk id="18" creationId="{C46AA261-E265-B571-F33A-AAC6047E1CBE}"/>
          </ac:picMkLst>
        </pc:picChg>
        <pc:picChg chg="add mod">
          <ac:chgData name="Eduardo H. Fonseca" userId="e371cb9fe6017de1" providerId="LiveId" clId="{576CEC93-0C68-48DC-9F92-06B031A47533}" dt="2026-03-31T14:57:50.877" v="12503" actId="14100"/>
          <ac:picMkLst>
            <pc:docMk/>
            <pc:sldMk cId="0" sldId="385"/>
            <ac:picMk id="23" creationId="{233C6946-7273-11DA-3433-CDEE8771A827}"/>
          </ac:picMkLst>
        </pc:picChg>
        <pc:picChg chg="del">
          <ac:chgData name="Eduardo H. Fonseca" userId="e371cb9fe6017de1" providerId="LiveId" clId="{576CEC93-0C68-48DC-9F92-06B031A47533}" dt="2026-03-31T14:54:46.647" v="12475" actId="478"/>
          <ac:picMkLst>
            <pc:docMk/>
            <pc:sldMk cId="0" sldId="385"/>
            <ac:picMk id="47" creationId="{56017F39-CD20-FF38-C397-52DA4DE37143}"/>
          </ac:picMkLst>
        </pc:picChg>
        <pc:picChg chg="del">
          <ac:chgData name="Eduardo H. Fonseca" userId="e371cb9fe6017de1" providerId="LiveId" clId="{576CEC93-0C68-48DC-9F92-06B031A47533}" dt="2026-03-31T14:54:46.647" v="12475" actId="478"/>
          <ac:picMkLst>
            <pc:docMk/>
            <pc:sldMk cId="0" sldId="385"/>
            <ac:picMk id="49" creationId="{45BD7E04-08C9-0591-08AE-FB1FFA3B5BEE}"/>
          </ac:picMkLst>
        </pc:picChg>
        <pc:picChg chg="del">
          <ac:chgData name="Eduardo H. Fonseca" userId="e371cb9fe6017de1" providerId="LiveId" clId="{576CEC93-0C68-48DC-9F92-06B031A47533}" dt="2026-03-31T14:54:53.223" v="12476" actId="478"/>
          <ac:picMkLst>
            <pc:docMk/>
            <pc:sldMk cId="0" sldId="385"/>
            <ac:picMk id="146" creationId="{B377CF73-7BB1-0AE4-B4FB-91A3BCA46DED}"/>
          </ac:picMkLst>
        </pc:picChg>
        <pc:picChg chg="del">
          <ac:chgData name="Eduardo H. Fonseca" userId="e371cb9fe6017de1" providerId="LiveId" clId="{576CEC93-0C68-48DC-9F92-06B031A47533}" dt="2026-03-31T14:54:53.223" v="12476" actId="478"/>
          <ac:picMkLst>
            <pc:docMk/>
            <pc:sldMk cId="0" sldId="385"/>
            <ac:picMk id="148" creationId="{6BB8D7AB-5B60-F853-09FC-1C164406EA5D}"/>
          </ac:picMkLst>
        </pc:picChg>
        <pc:cxnChg chg="mod">
          <ac:chgData name="Eduardo H. Fonseca" userId="e371cb9fe6017de1" providerId="LiveId" clId="{576CEC93-0C68-48DC-9F92-06B031A47533}" dt="2026-03-31T14:58:09.265" v="12507" actId="14100"/>
          <ac:cxnSpMkLst>
            <pc:docMk/>
            <pc:sldMk cId="0" sldId="385"/>
            <ac:cxnSpMk id="139" creationId="{FB4D434C-3967-24E7-B835-B865EF377AEB}"/>
          </ac:cxnSpMkLst>
        </pc:cxnChg>
      </pc:sldChg>
      <pc:sldChg chg="add">
        <pc:chgData name="Eduardo H. Fonseca" userId="e371cb9fe6017de1" providerId="LiveId" clId="{576CEC93-0C68-48DC-9F92-06B031A47533}" dt="2026-03-31T14:54:04.225" v="12462" actId="2890"/>
        <pc:sldMkLst>
          <pc:docMk/>
          <pc:sldMk cId="546842886" sldId="40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C80B0-4162-40FB-89A9-7ED708C4CF63}" type="datetimeFigureOut">
              <a:rPr lang="pt-BR" smtClean="0"/>
              <a:pPr/>
              <a:t>31/03/2026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8380C-1CC8-42DB-8035-95113E5BF5C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5102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3:52:09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3:53:00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3:52:37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3:52:37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3:52:39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79 24575,'0'3'0,"0"16"0,0 1 0,2-1 0,4 24 0,-5-38 0,0-1 0,0 0 0,0 1 0,1-1 0,-1 0 0,1 0 0,0 0 0,0-1 0,0 1 0,1 0 0,0-1 0,-1 1 0,1-1 0,0 0 0,1 0 0,-1 0 0,0 0 0,1-1 0,0 1 0,7 3 0,-9-6 0,-1 1 0,1 0 0,0-1 0,0 1 0,0-1 0,0 0 0,0 0 0,0 0 0,0 0 0,0 0 0,0 0 0,0 0 0,0 0 0,0-1 0,0 1 0,0-1 0,-1 0 0,1 1 0,0-1 0,0 0 0,-1 0 0,3-2 0,0 0 0,-1 0 0,0 0 0,0-1 0,0 1 0,0-1 0,0 0 0,-1 0 0,0 0 0,3-6 0,0-2 0,-1 0 0,0 0 0,-1 0 0,-1 0 0,0 0 0,1-19 0,-3 21 0,0 1 0,-1-1 0,0 1 0,0-1 0,-1 1 0,-5-14 0,7 21 0,-1 1 0,1-1 0,-1 0 0,0 1 0,0-1 0,0 1 0,0-1 0,0 1 0,0-1 0,-1 1 0,1 0 0,0 0 0,-1-1 0,1 1 0,0 0 0,-1 0 0,0 0 0,1 1 0,-1-1 0,1 0 0,-1 1 0,0-1 0,0 1 0,1-1 0,-1 1 0,0 0 0,0-1 0,0 1 0,1 0 0,-1 1 0,0-1 0,0 0 0,0 0 0,1 1 0,-1-1 0,0 1 0,0-1 0,1 1 0,-1 0 0,1 0 0,-4 1 0,4-1 0,0-1 0,0 1 0,0 0 0,-1-1 0,1 1 0,0 0 0,0 0 0,1-1 0,-1 1 0,0 0 0,0 0 0,0 0 0,1 0 0,-1 0 0,0 0 0,1 0 0,-1 1 0,1-1 0,-1 0 0,1 0 0,-1 0 0,1 0 0,0 1 0,0-1 0,0 0 0,0 0 0,0 1 0,0-1 0,0 0 0,0 0 0,0 1 0,1 0 0,19 43 0,-5-13 0,2 91 0,-15-107-36,0-1-1,-1 1 0,-1 23 1,-1-15-1183,1-15-5607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3:53:07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21 24575,'-1'-1'0,"-3"-3"0,-1-3 0,-1-1-8191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7T13:53:08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1 116 24575,'1'1'0,"5"2"0,3-3 0,2-4 0,2-4 0,1-5 0,1-3 0,-2 1 0,-4 0 0,-2 2 0,-2 0 0,2 1 0,-1 2-8191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1C8DE-AC18-49D4-A306-C4F0DE0C01C1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74E49-965B-486E-B4C7-BFA88AB281F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9088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74E49-965B-486E-B4C7-BFA88AB281FB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0068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5F5D8-B374-C241-8ECB-9AF9B1B86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EC8DDA-166F-E517-4C5C-DEDD21324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C5BD791-EEF0-1E32-3F18-396B85DF2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29160F3-0C77-7E57-1AFC-7C9362636C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74E49-965B-486E-B4C7-BFA88AB281FB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6678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26B0F-9D2F-4B45-B106-47530C09DCBA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26B0F-9D2F-4B45-B106-47530C09DCBA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26B0F-9D2F-4B45-B106-47530C09DCBA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26B0F-9D2F-4B45-B106-47530C09DCBA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26B0F-9D2F-4B45-B106-47530C09DCBA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26B0F-9D2F-4B45-B106-47530C09DCBA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26B0F-9D2F-4B45-B106-47530C09DCBA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26B0F-9D2F-4B45-B106-47530C09DCBA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26B0F-9D2F-4B45-B106-47530C09DCBA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26B0F-9D2F-4B45-B106-47530C09DCBA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26B0F-9D2F-4B45-B106-47530C09DCBA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26B0F-9D2F-4B45-B106-47530C09DCBA}" type="datetimeFigureOut">
              <a:rPr lang="pt-BR" smtClean="0"/>
              <a:pPr/>
              <a:t>30/03/2026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EE535-E2F0-40CA-BB77-42DC29E3BC5D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120.png"/><Relationship Id="rId3" Type="http://schemas.openxmlformats.org/officeDocument/2006/relationships/customXml" Target="../ink/ink1.xml"/><Relationship Id="rId7" Type="http://schemas.openxmlformats.org/officeDocument/2006/relationships/customXml" Target="../ink/ink4.xml"/><Relationship Id="rId12" Type="http://schemas.openxmlformats.org/officeDocument/2006/relationships/customXml" Target="../ink/ink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110.png"/><Relationship Id="rId5" Type="http://schemas.openxmlformats.org/officeDocument/2006/relationships/customXml" Target="../ink/ink2.xml"/><Relationship Id="rId15" Type="http://schemas.microsoft.com/office/2007/relationships/hdphoto" Target="../media/hdphoto2.wdp"/><Relationship Id="rId10" Type="http://schemas.openxmlformats.org/officeDocument/2006/relationships/customXml" Target="../ink/ink6.xml"/><Relationship Id="rId4" Type="http://schemas.openxmlformats.org/officeDocument/2006/relationships/image" Target="../media/image90.png"/><Relationship Id="rId9" Type="http://schemas.openxmlformats.org/officeDocument/2006/relationships/image" Target="../media/image100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457200" y="3881707"/>
            <a:ext cx="53149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Arial Narrow" pitchFamily="34" charset="0"/>
              </a:rPr>
              <a:t>projeto Jabuti Exibido*</a:t>
            </a:r>
          </a:p>
          <a:p>
            <a:r>
              <a:rPr lang="pt-BR" dirty="0">
                <a:solidFill>
                  <a:schemeClr val="bg1"/>
                </a:solidFill>
                <a:latin typeface="Arial Narrow" pitchFamily="34" charset="0"/>
              </a:rPr>
              <a:t>Versão 1.0</a:t>
            </a:r>
          </a:p>
          <a:p>
            <a:r>
              <a:rPr lang="pt-BR" sz="1600" dirty="0">
                <a:solidFill>
                  <a:schemeClr val="bg1"/>
                </a:solidFill>
                <a:latin typeface="Arial Narrow" pitchFamily="34" charset="0"/>
              </a:rPr>
              <a:t>Nov.2025</a:t>
            </a:r>
          </a:p>
        </p:txBody>
      </p:sp>
      <p:sp>
        <p:nvSpPr>
          <p:cNvPr id="13" name="Trapezoide 12">
            <a:extLst>
              <a:ext uri="{FF2B5EF4-FFF2-40B4-BE49-F238E27FC236}">
                <a16:creationId xmlns:a16="http://schemas.microsoft.com/office/drawing/2014/main" id="{BB9AB3B7-7EEB-A8F9-B870-DF1CC3E8D329}"/>
              </a:ext>
            </a:extLst>
          </p:cNvPr>
          <p:cNvSpPr/>
          <p:nvPr/>
        </p:nvSpPr>
        <p:spPr>
          <a:xfrm rot="2700000">
            <a:off x="7520505" y="403526"/>
            <a:ext cx="2057434" cy="374754"/>
          </a:xfrm>
          <a:prstGeom prst="trapezoid">
            <a:avLst>
              <a:gd name="adj" fmla="val 98731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rapezoide 13">
            <a:extLst>
              <a:ext uri="{FF2B5EF4-FFF2-40B4-BE49-F238E27FC236}">
                <a16:creationId xmlns:a16="http://schemas.microsoft.com/office/drawing/2014/main" id="{4CBE35CC-912B-8F62-20DA-738F50FA9012}"/>
              </a:ext>
            </a:extLst>
          </p:cNvPr>
          <p:cNvSpPr/>
          <p:nvPr/>
        </p:nvSpPr>
        <p:spPr>
          <a:xfrm rot="2700000">
            <a:off x="6892538" y="666725"/>
            <a:ext cx="2787146" cy="374754"/>
          </a:xfrm>
          <a:prstGeom prst="trapezoid">
            <a:avLst>
              <a:gd name="adj" fmla="val 98731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Imagem 14" descr="Logotipo&#10;&#10;O conteúdo gerado por IA pode estar incorreto.">
            <a:extLst>
              <a:ext uri="{FF2B5EF4-FFF2-40B4-BE49-F238E27FC236}">
                <a16:creationId xmlns:a16="http://schemas.microsoft.com/office/drawing/2014/main" id="{B323AAF0-5E7A-B7D3-C5BD-6443E61784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715" b="89941" l="9961" r="89974">
                        <a14:foregroundMark x1="50260" y1="7715" x2="50260" y2="7715"/>
                        <a14:foregroundMark x1="25260" y1="76367" x2="25260" y2="76367"/>
                        <a14:foregroundMark x1="25846" y1="77637" x2="25846" y2="77637"/>
                        <a14:foregroundMark x1="21875" y1="77441" x2="21875" y2="77441"/>
                        <a14:foregroundMark x1="21029" y1="85156" x2="21029" y2="85156"/>
                        <a14:foregroundMark x1="26432" y1="84082" x2="26432" y2="84082"/>
                        <a14:foregroundMark x1="29688" y1="81445" x2="29688" y2="81445"/>
                        <a14:foregroundMark x1="29232" y1="79688" x2="29232" y2="79688"/>
                        <a14:foregroundMark x1="50130" y1="76758" x2="50130" y2="76758"/>
                        <a14:foregroundMark x1="77669" y1="77441" x2="77669" y2="77441"/>
                        <a14:backgroundMark x1="73698" y1="81445" x2="73698" y2="81445"/>
                        <a14:backgroundMark x1="79297" y1="80078" x2="79297" y2="800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8023"/>
          <a:stretch>
            <a:fillRect/>
          </a:stretch>
        </p:blipFill>
        <p:spPr>
          <a:xfrm>
            <a:off x="6270088" y="2981325"/>
            <a:ext cx="3214086" cy="1542257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8950DDE-67AA-945E-D99D-6105533F0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1</a:t>
            </a:fld>
            <a:endParaRPr lang="pt-BR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/>
          <p:cNvSpPr/>
          <p:nvPr/>
        </p:nvSpPr>
        <p:spPr>
          <a:xfrm>
            <a:off x="0" y="0"/>
            <a:ext cx="9144000" cy="5317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apezoide 4">
            <a:extLst>
              <a:ext uri="{FF2B5EF4-FFF2-40B4-BE49-F238E27FC236}">
                <a16:creationId xmlns:a16="http://schemas.microsoft.com/office/drawing/2014/main" id="{4AFE2811-9CAE-E303-A04A-76DDD116AE3C}"/>
              </a:ext>
            </a:extLst>
          </p:cNvPr>
          <p:cNvSpPr/>
          <p:nvPr/>
        </p:nvSpPr>
        <p:spPr>
          <a:xfrm rot="2700000">
            <a:off x="8540505" y="140926"/>
            <a:ext cx="808488" cy="156833"/>
          </a:xfrm>
          <a:prstGeom prst="trapezoid">
            <a:avLst>
              <a:gd name="adj" fmla="val 98731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apezoide 5">
            <a:extLst>
              <a:ext uri="{FF2B5EF4-FFF2-40B4-BE49-F238E27FC236}">
                <a16:creationId xmlns:a16="http://schemas.microsoft.com/office/drawing/2014/main" id="{378B22F4-A657-7BE1-1515-4F577E8FBDBE}"/>
              </a:ext>
            </a:extLst>
          </p:cNvPr>
          <p:cNvSpPr/>
          <p:nvPr/>
        </p:nvSpPr>
        <p:spPr>
          <a:xfrm rot="2700000">
            <a:off x="8295752" y="242304"/>
            <a:ext cx="1095234" cy="156833"/>
          </a:xfrm>
          <a:prstGeom prst="trapezoid">
            <a:avLst>
              <a:gd name="adj" fmla="val 98731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07D1EEF-F67D-A474-0FB2-F141AE582E8E}"/>
              </a:ext>
            </a:extLst>
          </p:cNvPr>
          <p:cNvSpPr txBox="1"/>
          <p:nvPr/>
        </p:nvSpPr>
        <p:spPr>
          <a:xfrm>
            <a:off x="707666" y="1164791"/>
            <a:ext cx="815406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FFFF00"/>
                </a:solidFill>
              </a:rPr>
              <a:t>	</a:t>
            </a:r>
            <a:r>
              <a:rPr lang="pt-BR" sz="2000" dirty="0">
                <a:solidFill>
                  <a:srgbClr val="FFFF00"/>
                </a:solidFill>
              </a:rPr>
              <a:t>“Se uma decisão é difícil, é porque falta informação. A dificuldade em decidir é inversamente proporcional à quantidade de informações disponíveis”</a:t>
            </a:r>
          </a:p>
          <a:p>
            <a:r>
              <a:rPr lang="pt-BR" sz="1600" dirty="0">
                <a:solidFill>
                  <a:srgbClr val="FFFF00"/>
                </a:solidFill>
              </a:rPr>
              <a:t>	</a:t>
            </a:r>
          </a:p>
          <a:p>
            <a:endParaRPr lang="pt-BR" sz="1600" dirty="0">
              <a:solidFill>
                <a:srgbClr val="FFFF00"/>
              </a:solidFill>
            </a:endParaRPr>
          </a:p>
          <a:p>
            <a:endParaRPr lang="pt-BR" sz="1600" dirty="0">
              <a:solidFill>
                <a:srgbClr val="FFFF00"/>
              </a:solidFill>
            </a:endParaRPr>
          </a:p>
          <a:p>
            <a:r>
              <a:rPr lang="pt-BR" sz="1600" dirty="0">
                <a:solidFill>
                  <a:srgbClr val="FFFF00"/>
                </a:solidFill>
              </a:rPr>
              <a:t>	</a:t>
            </a:r>
            <a:r>
              <a:rPr lang="pt-BR" sz="1600" dirty="0">
                <a:solidFill>
                  <a:srgbClr val="00B050"/>
                </a:solidFill>
              </a:rPr>
              <a:t>O objetivo deste projeto é o desenvolvimento de uma ferramenta de apoio a decisão legislativa, voltada para uso interno de Parlamentares e suas equipes técnicas – um “</a:t>
            </a:r>
            <a:r>
              <a:rPr lang="pt-BR" sz="1600" b="1" dirty="0">
                <a:solidFill>
                  <a:srgbClr val="00B050"/>
                </a:solidFill>
              </a:rPr>
              <a:t>assistente legislativo de IA</a:t>
            </a:r>
            <a:r>
              <a:rPr lang="pt-BR" sz="1600" dirty="0">
                <a:solidFill>
                  <a:srgbClr val="00B050"/>
                </a:solidFill>
              </a:rPr>
              <a:t>”</a:t>
            </a:r>
            <a:endParaRPr lang="en-GB" sz="1600" dirty="0">
              <a:solidFill>
                <a:srgbClr val="00B050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3C63BC-F9AC-41D7-5A11-FF705454F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2</a:t>
            </a:fld>
            <a:endParaRPr lang="pt-BR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908A93-D30B-7E1F-F3AD-235FE3A25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DBD6795-838D-B5CA-3C82-AE0577ACEA72}"/>
              </a:ext>
            </a:extLst>
          </p:cNvPr>
          <p:cNvSpPr/>
          <p:nvPr/>
        </p:nvSpPr>
        <p:spPr>
          <a:xfrm>
            <a:off x="0" y="0"/>
            <a:ext cx="9144000" cy="5317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apezoide 4">
            <a:extLst>
              <a:ext uri="{FF2B5EF4-FFF2-40B4-BE49-F238E27FC236}">
                <a16:creationId xmlns:a16="http://schemas.microsoft.com/office/drawing/2014/main" id="{54D09954-F245-C292-618B-2F071AD78267}"/>
              </a:ext>
            </a:extLst>
          </p:cNvPr>
          <p:cNvSpPr/>
          <p:nvPr/>
        </p:nvSpPr>
        <p:spPr>
          <a:xfrm rot="2700000">
            <a:off x="8540505" y="140926"/>
            <a:ext cx="808488" cy="156833"/>
          </a:xfrm>
          <a:prstGeom prst="trapezoid">
            <a:avLst>
              <a:gd name="adj" fmla="val 98731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apezoide 5">
            <a:extLst>
              <a:ext uri="{FF2B5EF4-FFF2-40B4-BE49-F238E27FC236}">
                <a16:creationId xmlns:a16="http://schemas.microsoft.com/office/drawing/2014/main" id="{5DA16ACA-7444-56D9-8481-6D6154697761}"/>
              </a:ext>
            </a:extLst>
          </p:cNvPr>
          <p:cNvSpPr/>
          <p:nvPr/>
        </p:nvSpPr>
        <p:spPr>
          <a:xfrm rot="2700000">
            <a:off x="8295752" y="242304"/>
            <a:ext cx="1095234" cy="156833"/>
          </a:xfrm>
          <a:prstGeom prst="trapezoid">
            <a:avLst>
              <a:gd name="adj" fmla="val 98731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85BB15B-BBC9-5D01-5C63-111EF916B5A3}"/>
              </a:ext>
            </a:extLst>
          </p:cNvPr>
          <p:cNvSpPr txBox="1"/>
          <p:nvPr/>
        </p:nvSpPr>
        <p:spPr>
          <a:xfrm>
            <a:off x="326077" y="219342"/>
            <a:ext cx="8154063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FFFF00"/>
                </a:solidFill>
              </a:rPr>
              <a:t>	</a:t>
            </a:r>
            <a:r>
              <a:rPr lang="pt-BR" sz="2000" dirty="0">
                <a:solidFill>
                  <a:srgbClr val="FFFF00"/>
                </a:solidFill>
              </a:rPr>
              <a:t>Problema:</a:t>
            </a:r>
          </a:p>
          <a:p>
            <a:r>
              <a:rPr lang="pt-BR" dirty="0">
                <a:solidFill>
                  <a:srgbClr val="00B050"/>
                </a:solidFill>
              </a:rPr>
              <a:t>-&gt; Paulo Figueiredo Show, </a:t>
            </a:r>
            <a:r>
              <a:rPr lang="pt-BR" dirty="0" err="1">
                <a:solidFill>
                  <a:srgbClr val="00B050"/>
                </a:solidFill>
              </a:rPr>
              <a:t>Ep</a:t>
            </a:r>
            <a:r>
              <a:rPr lang="pt-BR" dirty="0">
                <a:solidFill>
                  <a:srgbClr val="00B050"/>
                </a:solidFill>
              </a:rPr>
              <a:t>. 214, 13 de novembro de 2025</a:t>
            </a:r>
          </a:p>
          <a:p>
            <a:r>
              <a:rPr lang="pt-BR" sz="1600" dirty="0">
                <a:solidFill>
                  <a:srgbClr val="FFFF00"/>
                </a:solidFill>
              </a:rPr>
              <a:t>	</a:t>
            </a:r>
          </a:p>
          <a:p>
            <a:endParaRPr lang="pt-BR" sz="1600" dirty="0">
              <a:solidFill>
                <a:srgbClr val="FFFF00"/>
              </a:solidFill>
            </a:endParaRPr>
          </a:p>
          <a:p>
            <a:endParaRPr lang="pt-BR" sz="1600" dirty="0">
              <a:solidFill>
                <a:srgbClr val="FFFF00"/>
              </a:solidFill>
            </a:endParaRPr>
          </a:p>
          <a:p>
            <a:endParaRPr lang="pt-BR" sz="1600" dirty="0">
              <a:solidFill>
                <a:srgbClr val="FFFF00"/>
              </a:solidFill>
            </a:endParaRPr>
          </a:p>
          <a:p>
            <a:endParaRPr lang="pt-BR" sz="1600" dirty="0">
              <a:solidFill>
                <a:srgbClr val="FFFF00"/>
              </a:solidFill>
            </a:endParaRPr>
          </a:p>
          <a:p>
            <a:endParaRPr lang="pt-BR" sz="1600" dirty="0">
              <a:solidFill>
                <a:srgbClr val="FFFF00"/>
              </a:solidFill>
            </a:endParaRPr>
          </a:p>
          <a:p>
            <a:endParaRPr lang="pt-BR" sz="1600" dirty="0">
              <a:solidFill>
                <a:srgbClr val="FFFF00"/>
              </a:solidFill>
            </a:endParaRPr>
          </a:p>
          <a:p>
            <a:endParaRPr lang="pt-BR" sz="1600" dirty="0">
              <a:solidFill>
                <a:srgbClr val="FFFF00"/>
              </a:solidFill>
            </a:endParaRPr>
          </a:p>
          <a:p>
            <a:pPr marL="285750" indent="-285750">
              <a:buFontTx/>
              <a:buChar char="-"/>
            </a:pPr>
            <a:r>
              <a:rPr lang="pt-BR" sz="1600" dirty="0">
                <a:solidFill>
                  <a:srgbClr val="FFFF00"/>
                </a:solidFill>
              </a:rPr>
              <a:t>Temas muito técnicos, vem a plenário de ultima hora...</a:t>
            </a:r>
          </a:p>
          <a:p>
            <a:pPr marL="285750" indent="-285750">
              <a:buFontTx/>
              <a:buChar char="-"/>
            </a:pPr>
            <a:r>
              <a:rPr lang="pt-BR" sz="1600" dirty="0">
                <a:solidFill>
                  <a:srgbClr val="FFFF00"/>
                </a:solidFill>
              </a:rPr>
              <a:t>A maioria dos parlamentares vota com falta de conhecimento...</a:t>
            </a:r>
          </a:p>
          <a:p>
            <a:pPr marL="285750" indent="-285750">
              <a:buFontTx/>
              <a:buChar char="-"/>
            </a:pPr>
            <a:r>
              <a:rPr lang="pt-BR" sz="1600" dirty="0">
                <a:solidFill>
                  <a:srgbClr val="FFFF00"/>
                </a:solidFill>
              </a:rPr>
              <a:t>Manipulação do discurso p/ passar a criação de restrições ou tributos...</a:t>
            </a:r>
          </a:p>
          <a:p>
            <a:pPr marL="285750" indent="-285750">
              <a:buFontTx/>
              <a:buChar char="-"/>
            </a:pPr>
            <a:r>
              <a:rPr lang="pt-BR" sz="1600" dirty="0">
                <a:solidFill>
                  <a:srgbClr val="FFFF00"/>
                </a:solidFill>
              </a:rPr>
              <a:t>Projetos negados são fatiados e incluídos em outros de ultima hora atrasando mobilização...</a:t>
            </a:r>
          </a:p>
          <a:p>
            <a:pPr marL="285750" indent="-285750">
              <a:buFontTx/>
              <a:buChar char="-"/>
            </a:pPr>
            <a:r>
              <a:rPr lang="pt-BR" sz="1600" dirty="0">
                <a:solidFill>
                  <a:srgbClr val="FFFF00"/>
                </a:solidFill>
              </a:rPr>
              <a:t>Troca de conteúdos internos nos projetos discutidos com líderes...</a:t>
            </a:r>
          </a:p>
          <a:p>
            <a:pPr marL="285750" indent="-285750">
              <a:buFontTx/>
              <a:buChar char="-"/>
            </a:pPr>
            <a:r>
              <a:rPr lang="pt-BR" sz="1600" dirty="0">
                <a:solidFill>
                  <a:srgbClr val="FFFF00"/>
                </a:solidFill>
              </a:rPr>
              <a:t>Deputados de outros partidos acompanham os orientadores...</a:t>
            </a:r>
          </a:p>
          <a:p>
            <a:endParaRPr lang="pt-BR" sz="1600" dirty="0">
              <a:solidFill>
                <a:srgbClr val="FFFF00"/>
              </a:solidFill>
            </a:endParaRPr>
          </a:p>
          <a:p>
            <a:r>
              <a:rPr lang="pt-BR" sz="2000" dirty="0">
                <a:solidFill>
                  <a:srgbClr val="FFFF00"/>
                </a:solidFill>
              </a:rPr>
              <a:t>Como as </a:t>
            </a:r>
            <a:r>
              <a:rPr lang="pt-BR" sz="2000" dirty="0" err="1">
                <a:solidFill>
                  <a:srgbClr val="FFFF00"/>
                </a:solidFill>
              </a:rPr>
              <a:t>acessorias</a:t>
            </a:r>
            <a:r>
              <a:rPr lang="pt-BR" sz="2000" dirty="0">
                <a:solidFill>
                  <a:srgbClr val="FFFF00"/>
                </a:solidFill>
              </a:rPr>
              <a:t> dos Partidos permanecerão vigilantes?</a:t>
            </a:r>
            <a:endParaRPr lang="en-GB" sz="1600" dirty="0">
              <a:solidFill>
                <a:srgbClr val="00B05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7C1EDC7-9B1C-740B-EB35-F0DE39498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29" y="834836"/>
            <a:ext cx="3675347" cy="1816514"/>
          </a:xfrm>
          <a:prstGeom prst="rect">
            <a:avLst/>
          </a:prstGeom>
        </p:spPr>
      </p:pic>
      <p:sp>
        <p:nvSpPr>
          <p:cNvPr id="8" name="Balão de Fala: Retângulo com Cantos Arredondados 7">
            <a:extLst>
              <a:ext uri="{FF2B5EF4-FFF2-40B4-BE49-F238E27FC236}">
                <a16:creationId xmlns:a16="http://schemas.microsoft.com/office/drawing/2014/main" id="{9EB2DE28-E553-CE87-BA31-2F59BFE689F9}"/>
              </a:ext>
            </a:extLst>
          </p:cNvPr>
          <p:cNvSpPr/>
          <p:nvPr/>
        </p:nvSpPr>
        <p:spPr>
          <a:xfrm>
            <a:off x="5835884" y="1486614"/>
            <a:ext cx="2564812" cy="885347"/>
          </a:xfrm>
          <a:prstGeom prst="wedgeRoundRectCallout">
            <a:avLst>
              <a:gd name="adj1" fmla="val -197383"/>
              <a:gd name="adj2" fmla="val -27102"/>
              <a:gd name="adj3" fmla="val 16667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O monstro da censura ronda a Câmara toda semana!</a:t>
            </a:r>
            <a:endParaRPr lang="en-GB" sz="1600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4F93B2B-DFF4-211D-25EA-585BE4524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6833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03F88-AB58-06A5-FF05-D79EC4751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F40F5EE-0F1C-E52A-E89B-9D8CF48E8A25}"/>
              </a:ext>
            </a:extLst>
          </p:cNvPr>
          <p:cNvSpPr/>
          <p:nvPr/>
        </p:nvSpPr>
        <p:spPr>
          <a:xfrm>
            <a:off x="0" y="0"/>
            <a:ext cx="9144000" cy="5317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apezoide 4">
            <a:extLst>
              <a:ext uri="{FF2B5EF4-FFF2-40B4-BE49-F238E27FC236}">
                <a16:creationId xmlns:a16="http://schemas.microsoft.com/office/drawing/2014/main" id="{FF72BF06-8EF5-446E-49A1-927739778B7D}"/>
              </a:ext>
            </a:extLst>
          </p:cNvPr>
          <p:cNvSpPr/>
          <p:nvPr/>
        </p:nvSpPr>
        <p:spPr>
          <a:xfrm rot="2700000">
            <a:off x="8540505" y="140926"/>
            <a:ext cx="808488" cy="156833"/>
          </a:xfrm>
          <a:prstGeom prst="trapezoid">
            <a:avLst>
              <a:gd name="adj" fmla="val 98731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apezoide 5">
            <a:extLst>
              <a:ext uri="{FF2B5EF4-FFF2-40B4-BE49-F238E27FC236}">
                <a16:creationId xmlns:a16="http://schemas.microsoft.com/office/drawing/2014/main" id="{9F6AA344-B8F7-19C1-D635-7450F747D3F6}"/>
              </a:ext>
            </a:extLst>
          </p:cNvPr>
          <p:cNvSpPr/>
          <p:nvPr/>
        </p:nvSpPr>
        <p:spPr>
          <a:xfrm rot="2700000">
            <a:off x="8295752" y="242304"/>
            <a:ext cx="1095234" cy="156833"/>
          </a:xfrm>
          <a:prstGeom prst="trapezoid">
            <a:avLst>
              <a:gd name="adj" fmla="val 98731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1C3182A-5B32-9F12-8FD9-B9106427BE8D}"/>
              </a:ext>
            </a:extLst>
          </p:cNvPr>
          <p:cNvSpPr txBox="1"/>
          <p:nvPr/>
        </p:nvSpPr>
        <p:spPr>
          <a:xfrm>
            <a:off x="326077" y="219342"/>
            <a:ext cx="815406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rgbClr val="00B050"/>
                </a:solidFill>
              </a:rPr>
              <a:t>	</a:t>
            </a:r>
            <a:r>
              <a:rPr lang="pt-BR" sz="2400" dirty="0">
                <a:solidFill>
                  <a:srgbClr val="00B050"/>
                </a:solidFill>
              </a:rPr>
              <a:t>Problema </a:t>
            </a:r>
            <a:r>
              <a:rPr lang="pt-BR" dirty="0">
                <a:solidFill>
                  <a:srgbClr val="00B050"/>
                </a:solidFill>
              </a:rPr>
              <a:t>(continuação)</a:t>
            </a:r>
            <a:r>
              <a:rPr lang="pt-BR" sz="2400" dirty="0">
                <a:solidFill>
                  <a:srgbClr val="00B050"/>
                </a:solidFill>
              </a:rPr>
              <a:t>:</a:t>
            </a:r>
            <a:endParaRPr lang="pt-BR" sz="2000" dirty="0">
              <a:solidFill>
                <a:srgbClr val="00B050"/>
              </a:solidFill>
            </a:endParaRPr>
          </a:p>
          <a:p>
            <a:r>
              <a:rPr lang="pt-BR" sz="1600" dirty="0">
                <a:solidFill>
                  <a:srgbClr val="00B050"/>
                </a:solidFill>
              </a:rPr>
              <a:t>	</a:t>
            </a:r>
            <a:endParaRPr lang="pt-BR" sz="1600" dirty="0">
              <a:solidFill>
                <a:srgbClr val="FFFF00"/>
              </a:solidFill>
            </a:endParaRPr>
          </a:p>
          <a:p>
            <a:pPr marL="285750" indent="-285750" algn="just">
              <a:buFontTx/>
              <a:buChar char="-"/>
            </a:pPr>
            <a:r>
              <a:rPr lang="pt-BR" sz="1600" b="1" dirty="0">
                <a:solidFill>
                  <a:srgbClr val="FFFF00"/>
                </a:solidFill>
              </a:rPr>
              <a:t>“Jabutis” e contrabando legislativo:</a:t>
            </a:r>
            <a:r>
              <a:rPr lang="pt-BR" sz="1600" dirty="0">
                <a:solidFill>
                  <a:srgbClr val="FFFF00"/>
                </a:solidFill>
              </a:rPr>
              <a:t> Inclusão de dispositivos sem relação com o tema original, distorcendo a finalidade da norma.</a:t>
            </a:r>
          </a:p>
          <a:p>
            <a:pPr marL="285750" indent="-285750" algn="just">
              <a:buFontTx/>
              <a:buChar char="-"/>
            </a:pPr>
            <a:r>
              <a:rPr lang="pt-BR" sz="1600" b="1" dirty="0">
                <a:solidFill>
                  <a:srgbClr val="FFFF00"/>
                </a:solidFill>
              </a:rPr>
              <a:t>Alterações ocultas no texto-base:</a:t>
            </a:r>
            <a:r>
              <a:rPr lang="pt-BR" sz="1600" dirty="0">
                <a:solidFill>
                  <a:srgbClr val="FFFF00"/>
                </a:solidFill>
              </a:rPr>
              <a:t> Substituições ou revisões profundas durante a tramitação, dificultando o controle e podendo gerar impactos não previstos.</a:t>
            </a:r>
          </a:p>
          <a:p>
            <a:pPr marL="285750" indent="-285750" algn="just">
              <a:buFontTx/>
              <a:buChar char="-"/>
            </a:pPr>
            <a:r>
              <a:rPr lang="pt-BR" sz="1600" dirty="0">
                <a:solidFill>
                  <a:srgbClr val="FFFF00"/>
                </a:solidFill>
              </a:rPr>
              <a:t>P</a:t>
            </a:r>
            <a:r>
              <a:rPr lang="pt-BR" sz="1600" b="1" dirty="0">
                <a:solidFill>
                  <a:srgbClr val="FFFF00"/>
                </a:solidFill>
              </a:rPr>
              <a:t>ressa e lentidão combinadas:</a:t>
            </a:r>
            <a:r>
              <a:rPr lang="pt-BR" sz="1600" dirty="0">
                <a:solidFill>
                  <a:srgbClr val="FFFF00"/>
                </a:solidFill>
              </a:rPr>
              <a:t> Acúmulo de projetos pouco relevantes e urgências artificiais favorecem emendas de última hora e pouca transparência.</a:t>
            </a:r>
          </a:p>
          <a:p>
            <a:pPr marL="285750" indent="-285750" algn="just">
              <a:buFontTx/>
              <a:buChar char="-"/>
            </a:pPr>
            <a:r>
              <a:rPr lang="pt-BR" sz="1600" b="1" dirty="0">
                <a:solidFill>
                  <a:srgbClr val="FFFF00"/>
                </a:solidFill>
              </a:rPr>
              <a:t>Fragmentação normativa:</a:t>
            </a:r>
            <a:r>
              <a:rPr lang="pt-BR" sz="1600" dirty="0">
                <a:solidFill>
                  <a:srgbClr val="FFFF00"/>
                </a:solidFill>
              </a:rPr>
              <a:t> Excesso de leis, sobreposições e emendas dificultam a coerência e a consolidação legislativa.</a:t>
            </a:r>
          </a:p>
          <a:p>
            <a:pPr marL="285750" indent="-285750" algn="just">
              <a:buFontTx/>
              <a:buChar char="-"/>
            </a:pPr>
            <a:r>
              <a:rPr lang="pt-BR" sz="1600" b="1" dirty="0">
                <a:solidFill>
                  <a:srgbClr val="FFFF00"/>
                </a:solidFill>
              </a:rPr>
              <a:t>Desvios de finalidade:</a:t>
            </a:r>
            <a:r>
              <a:rPr lang="pt-BR" sz="1600" dirty="0">
                <a:solidFill>
                  <a:srgbClr val="FFFF00"/>
                </a:solidFill>
              </a:rPr>
              <a:t> Mudanças podem atender interesses particulares ou corporativos, comprometendo a qualidade e a legitimidade das leis.</a:t>
            </a:r>
          </a:p>
          <a:p>
            <a:pPr marL="285750" indent="-285750" algn="just">
              <a:buFontTx/>
              <a:buChar char="-"/>
            </a:pPr>
            <a:r>
              <a:rPr lang="pt-BR" sz="1600" b="1" dirty="0">
                <a:solidFill>
                  <a:srgbClr val="FFFF00"/>
                </a:solidFill>
              </a:rPr>
              <a:t>Temas Técnicos:</a:t>
            </a:r>
            <a:r>
              <a:rPr lang="pt-BR" sz="1600" dirty="0">
                <a:solidFill>
                  <a:srgbClr val="FFFF00"/>
                </a:solidFill>
              </a:rPr>
              <a:t> </a:t>
            </a:r>
            <a:r>
              <a:rPr lang="pt-BR" sz="1600" dirty="0" err="1">
                <a:solidFill>
                  <a:srgbClr val="FFFF00"/>
                </a:solidFill>
              </a:rPr>
              <a:t>PL´s</a:t>
            </a:r>
            <a:r>
              <a:rPr lang="pt-BR" sz="1600" dirty="0">
                <a:solidFill>
                  <a:srgbClr val="FFFF00"/>
                </a:solidFill>
              </a:rPr>
              <a:t> envolvendo questões muito específicas, como tributário, inovação, etc.</a:t>
            </a:r>
          </a:p>
          <a:p>
            <a:endParaRPr lang="pt-BR" sz="1600" dirty="0">
              <a:solidFill>
                <a:srgbClr val="FFFF00"/>
              </a:solidFill>
            </a:endParaRPr>
          </a:p>
          <a:p>
            <a:pPr algn="just"/>
            <a:r>
              <a:rPr lang="pt-BR" sz="2000" dirty="0">
                <a:solidFill>
                  <a:srgbClr val="006600"/>
                </a:solidFill>
              </a:rPr>
              <a:t>	</a:t>
            </a:r>
            <a:r>
              <a:rPr lang="pt-BR" sz="2000" dirty="0">
                <a:solidFill>
                  <a:srgbClr val="00B050"/>
                </a:solidFill>
              </a:rPr>
              <a:t>Os textos submetidos a votação, nem sempre refletem os acordos feitos entre os Parlamentares, Líderes, Associações Civis etc. Podem conter vícios e acabar passando sem a devida discussão, ou pior, em desacordo com a vontade e a crença do próprio parlamentar.</a:t>
            </a:r>
            <a:endParaRPr lang="en-GB" sz="1600" dirty="0">
              <a:solidFill>
                <a:srgbClr val="00B050"/>
              </a:solidFill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153D7F-A32E-674E-1B3C-F9F3010D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369353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130CA-BB94-C86D-DE87-4173D157C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FF8BFB60-E560-0AE1-8E77-3C0A7350DB43}"/>
              </a:ext>
            </a:extLst>
          </p:cNvPr>
          <p:cNvSpPr/>
          <p:nvPr/>
        </p:nvSpPr>
        <p:spPr>
          <a:xfrm>
            <a:off x="0" y="0"/>
            <a:ext cx="9144000" cy="5317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apezoide 4">
            <a:extLst>
              <a:ext uri="{FF2B5EF4-FFF2-40B4-BE49-F238E27FC236}">
                <a16:creationId xmlns:a16="http://schemas.microsoft.com/office/drawing/2014/main" id="{BD240F32-5981-FFF9-520A-5B6ECE016613}"/>
              </a:ext>
            </a:extLst>
          </p:cNvPr>
          <p:cNvSpPr/>
          <p:nvPr/>
        </p:nvSpPr>
        <p:spPr>
          <a:xfrm rot="2700000">
            <a:off x="8540505" y="140926"/>
            <a:ext cx="808488" cy="156833"/>
          </a:xfrm>
          <a:prstGeom prst="trapezoid">
            <a:avLst>
              <a:gd name="adj" fmla="val 98731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apezoide 5">
            <a:extLst>
              <a:ext uri="{FF2B5EF4-FFF2-40B4-BE49-F238E27FC236}">
                <a16:creationId xmlns:a16="http://schemas.microsoft.com/office/drawing/2014/main" id="{30FFE5E3-BBA5-4216-2613-6C6EEA65F598}"/>
              </a:ext>
            </a:extLst>
          </p:cNvPr>
          <p:cNvSpPr/>
          <p:nvPr/>
        </p:nvSpPr>
        <p:spPr>
          <a:xfrm rot="2700000">
            <a:off x="8295752" y="242304"/>
            <a:ext cx="1095234" cy="156833"/>
          </a:xfrm>
          <a:prstGeom prst="trapezoid">
            <a:avLst>
              <a:gd name="adj" fmla="val 98731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48354BC-27BA-75C9-7269-EB7F6A43CB7A}"/>
              </a:ext>
            </a:extLst>
          </p:cNvPr>
          <p:cNvSpPr txBox="1"/>
          <p:nvPr/>
        </p:nvSpPr>
        <p:spPr>
          <a:xfrm>
            <a:off x="3123598" y="2110085"/>
            <a:ext cx="28968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rgbClr val="00B050"/>
                </a:solidFill>
              </a:rPr>
              <a:t>SOLUÇÃO</a:t>
            </a:r>
            <a:endParaRPr lang="en-GB" sz="5400" dirty="0">
              <a:solidFill>
                <a:srgbClr val="00B050"/>
              </a:solidFill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8A08389D-95D2-675F-8408-06E9475FB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053035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861A3-1D9E-371F-DE4B-4EA6623CA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890E92F5-E0DA-C5D8-F192-A73D2CA5B894}"/>
              </a:ext>
            </a:extLst>
          </p:cNvPr>
          <p:cNvSpPr/>
          <p:nvPr/>
        </p:nvSpPr>
        <p:spPr>
          <a:xfrm>
            <a:off x="0" y="0"/>
            <a:ext cx="9144000" cy="5317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apezoide 4">
            <a:extLst>
              <a:ext uri="{FF2B5EF4-FFF2-40B4-BE49-F238E27FC236}">
                <a16:creationId xmlns:a16="http://schemas.microsoft.com/office/drawing/2014/main" id="{57E9FB78-7AB5-D172-7C09-1608784E6781}"/>
              </a:ext>
            </a:extLst>
          </p:cNvPr>
          <p:cNvSpPr/>
          <p:nvPr/>
        </p:nvSpPr>
        <p:spPr>
          <a:xfrm rot="2700000">
            <a:off x="8540505" y="140926"/>
            <a:ext cx="808488" cy="156833"/>
          </a:xfrm>
          <a:prstGeom prst="trapezoid">
            <a:avLst>
              <a:gd name="adj" fmla="val 98731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apezoide 5">
            <a:extLst>
              <a:ext uri="{FF2B5EF4-FFF2-40B4-BE49-F238E27FC236}">
                <a16:creationId xmlns:a16="http://schemas.microsoft.com/office/drawing/2014/main" id="{17520A96-EDCF-8117-A6F7-F89E078A6F87}"/>
              </a:ext>
            </a:extLst>
          </p:cNvPr>
          <p:cNvSpPr/>
          <p:nvPr/>
        </p:nvSpPr>
        <p:spPr>
          <a:xfrm rot="2700000">
            <a:off x="8295752" y="242304"/>
            <a:ext cx="1095234" cy="156833"/>
          </a:xfrm>
          <a:prstGeom prst="trapezoid">
            <a:avLst>
              <a:gd name="adj" fmla="val 98731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CF6C2AA-82E3-72FE-D81D-DC2B843980C2}"/>
              </a:ext>
            </a:extLst>
          </p:cNvPr>
          <p:cNvSpPr txBox="1"/>
          <p:nvPr/>
        </p:nvSpPr>
        <p:spPr>
          <a:xfrm>
            <a:off x="326077" y="219342"/>
            <a:ext cx="8154063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0B050"/>
                </a:solidFill>
              </a:rPr>
              <a:t>	SOLUÇÃO</a:t>
            </a:r>
            <a:r>
              <a:rPr lang="pt-BR" sz="4000" dirty="0">
                <a:solidFill>
                  <a:srgbClr val="00B050"/>
                </a:solidFill>
              </a:rPr>
              <a:t>:</a:t>
            </a:r>
            <a:endParaRPr lang="pt-BR" sz="3600" dirty="0">
              <a:solidFill>
                <a:srgbClr val="00B050"/>
              </a:solidFill>
            </a:endParaRPr>
          </a:p>
          <a:p>
            <a:r>
              <a:rPr lang="pt-BR" sz="1600" dirty="0">
                <a:solidFill>
                  <a:srgbClr val="00B050"/>
                </a:solidFill>
              </a:rPr>
              <a:t>	</a:t>
            </a:r>
            <a:endParaRPr lang="pt-BR" sz="1600" dirty="0">
              <a:solidFill>
                <a:srgbClr val="FFFF00"/>
              </a:solidFill>
            </a:endParaRPr>
          </a:p>
          <a:p>
            <a:pPr algn="just"/>
            <a:r>
              <a:rPr lang="pt-BR" sz="2000" dirty="0">
                <a:solidFill>
                  <a:srgbClr val="006600"/>
                </a:solidFill>
              </a:rPr>
              <a:t>	</a:t>
            </a:r>
            <a:r>
              <a:rPr lang="pt-BR" sz="2000" dirty="0">
                <a:solidFill>
                  <a:srgbClr val="00B050"/>
                </a:solidFill>
              </a:rPr>
              <a:t>Um </a:t>
            </a:r>
            <a:r>
              <a:rPr lang="pt-BR" sz="2000" b="1" dirty="0">
                <a:solidFill>
                  <a:srgbClr val="FCF846"/>
                </a:solidFill>
              </a:rPr>
              <a:t>Assistente de IA</a:t>
            </a:r>
            <a:r>
              <a:rPr lang="pt-BR" sz="2000" dirty="0">
                <a:solidFill>
                  <a:srgbClr val="00B050"/>
                </a:solidFill>
              </a:rPr>
              <a:t> lendo conteúdos de Projetos de Lei, analisando em relação a critérios específicos e fornecendo informações resumidas conforme a necessidade de cada parlamentar, além de outras informações como “sentimento da casa” e orientação do Partido. </a:t>
            </a:r>
          </a:p>
          <a:p>
            <a:pPr algn="just"/>
            <a:r>
              <a:rPr lang="pt-BR" sz="2000" dirty="0">
                <a:solidFill>
                  <a:srgbClr val="FCF846"/>
                </a:solidFill>
              </a:rPr>
              <a:t>Um motor de IA pode</a:t>
            </a:r>
            <a:r>
              <a:rPr lang="pt-BR" sz="2000" dirty="0">
                <a:solidFill>
                  <a:srgbClr val="00B050"/>
                </a:solidFill>
              </a:rPr>
              <a:t>:</a:t>
            </a:r>
          </a:p>
          <a:p>
            <a:pPr marL="342900" indent="-342900" algn="just">
              <a:buFontTx/>
              <a:buChar char="-"/>
            </a:pPr>
            <a:r>
              <a:rPr lang="pt-BR" sz="2000" dirty="0">
                <a:solidFill>
                  <a:srgbClr val="00B050"/>
                </a:solidFill>
              </a:rPr>
              <a:t>Buscar </a:t>
            </a:r>
            <a:r>
              <a:rPr lang="pt-BR" sz="2000" dirty="0" err="1">
                <a:solidFill>
                  <a:srgbClr val="00B050"/>
                </a:solidFill>
              </a:rPr>
              <a:t>PL´s</a:t>
            </a:r>
            <a:r>
              <a:rPr lang="pt-BR" sz="2000" dirty="0">
                <a:solidFill>
                  <a:srgbClr val="00B050"/>
                </a:solidFill>
              </a:rPr>
              <a:t> pautados e analisar </a:t>
            </a:r>
            <a:r>
              <a:rPr lang="pt-BR" sz="2000" dirty="0">
                <a:solidFill>
                  <a:srgbClr val="FCF846"/>
                </a:solidFill>
              </a:rPr>
              <a:t>milhares de páginas em segundos</a:t>
            </a:r>
            <a:r>
              <a:rPr lang="pt-BR" sz="2000" dirty="0">
                <a:solidFill>
                  <a:srgbClr val="00B050"/>
                </a:solidFill>
              </a:rPr>
              <a:t>;</a:t>
            </a:r>
          </a:p>
          <a:p>
            <a:pPr marL="342900" indent="-342900" algn="just">
              <a:buFontTx/>
              <a:buChar char="-"/>
            </a:pPr>
            <a:r>
              <a:rPr lang="pt-BR" sz="2000" dirty="0">
                <a:solidFill>
                  <a:srgbClr val="00B050"/>
                </a:solidFill>
              </a:rPr>
              <a:t>Fornecer um </a:t>
            </a:r>
            <a:r>
              <a:rPr lang="pt-BR" sz="2000" dirty="0">
                <a:solidFill>
                  <a:srgbClr val="FCF846"/>
                </a:solidFill>
              </a:rPr>
              <a:t>resumo</a:t>
            </a:r>
            <a:r>
              <a:rPr lang="pt-BR" sz="2000" dirty="0">
                <a:solidFill>
                  <a:srgbClr val="00B050"/>
                </a:solidFill>
              </a:rPr>
              <a:t> prático do conteúdo;</a:t>
            </a:r>
          </a:p>
          <a:p>
            <a:pPr marL="342900" indent="-342900" algn="just">
              <a:buFontTx/>
              <a:buChar char="-"/>
            </a:pPr>
            <a:r>
              <a:rPr lang="pt-BR" sz="2000" dirty="0">
                <a:solidFill>
                  <a:srgbClr val="00B050"/>
                </a:solidFill>
              </a:rPr>
              <a:t>Comparar com projetos já votados, aprovados ou </a:t>
            </a:r>
            <a:r>
              <a:rPr lang="pt-BR" sz="2000" dirty="0">
                <a:solidFill>
                  <a:srgbClr val="FCF846"/>
                </a:solidFill>
              </a:rPr>
              <a:t>negados</a:t>
            </a:r>
            <a:r>
              <a:rPr lang="pt-BR" sz="2000" dirty="0">
                <a:solidFill>
                  <a:srgbClr val="00B050"/>
                </a:solidFill>
              </a:rPr>
              <a:t>, apontar sobreposições ou se o texto foi substituído;</a:t>
            </a:r>
          </a:p>
          <a:p>
            <a:pPr marL="342900" indent="-342900" algn="just">
              <a:buFontTx/>
              <a:buChar char="-"/>
            </a:pPr>
            <a:r>
              <a:rPr lang="pt-BR" sz="2000" dirty="0">
                <a:solidFill>
                  <a:srgbClr val="00B050"/>
                </a:solidFill>
              </a:rPr>
              <a:t>Apontar inconsistências, nulidades, sobreposições, ambiguidades e outras </a:t>
            </a:r>
            <a:r>
              <a:rPr lang="pt-BR" sz="2000" dirty="0">
                <a:solidFill>
                  <a:srgbClr val="FCF846"/>
                </a:solidFill>
              </a:rPr>
              <a:t>falhas na redação</a:t>
            </a:r>
            <a:r>
              <a:rPr lang="pt-BR" sz="2000" dirty="0">
                <a:solidFill>
                  <a:srgbClr val="00B050"/>
                </a:solidFill>
              </a:rPr>
              <a:t>;</a:t>
            </a:r>
          </a:p>
          <a:p>
            <a:pPr algn="just"/>
            <a:r>
              <a:rPr lang="pt-BR" sz="2000" dirty="0">
                <a:solidFill>
                  <a:srgbClr val="00B050"/>
                </a:solidFill>
              </a:rPr>
              <a:t>(continua)</a:t>
            </a:r>
            <a:endParaRPr lang="en-GB" sz="1600" dirty="0">
              <a:solidFill>
                <a:srgbClr val="00B050"/>
              </a:solidFill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1EC332E-9B81-8B41-1BEE-01C11C74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347921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42D83-CBDE-FDE6-C6F7-6D9C04CE3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3D275182-AACF-FBBA-2950-F3DB1C07974B}"/>
              </a:ext>
            </a:extLst>
          </p:cNvPr>
          <p:cNvSpPr/>
          <p:nvPr/>
        </p:nvSpPr>
        <p:spPr>
          <a:xfrm>
            <a:off x="0" y="0"/>
            <a:ext cx="9144000" cy="5317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apezoide 4">
            <a:extLst>
              <a:ext uri="{FF2B5EF4-FFF2-40B4-BE49-F238E27FC236}">
                <a16:creationId xmlns:a16="http://schemas.microsoft.com/office/drawing/2014/main" id="{A72F6276-E0BB-359A-987F-B03DCBDB7E9C}"/>
              </a:ext>
            </a:extLst>
          </p:cNvPr>
          <p:cNvSpPr/>
          <p:nvPr/>
        </p:nvSpPr>
        <p:spPr>
          <a:xfrm rot="2700000">
            <a:off x="8540505" y="140926"/>
            <a:ext cx="808488" cy="156833"/>
          </a:xfrm>
          <a:prstGeom prst="trapezoid">
            <a:avLst>
              <a:gd name="adj" fmla="val 98731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apezoide 5">
            <a:extLst>
              <a:ext uri="{FF2B5EF4-FFF2-40B4-BE49-F238E27FC236}">
                <a16:creationId xmlns:a16="http://schemas.microsoft.com/office/drawing/2014/main" id="{C12CFDAE-2DA1-35BE-3702-9584F41A3AED}"/>
              </a:ext>
            </a:extLst>
          </p:cNvPr>
          <p:cNvSpPr/>
          <p:nvPr/>
        </p:nvSpPr>
        <p:spPr>
          <a:xfrm rot="2700000">
            <a:off x="8295752" y="242304"/>
            <a:ext cx="1095234" cy="156833"/>
          </a:xfrm>
          <a:prstGeom prst="trapezoid">
            <a:avLst>
              <a:gd name="adj" fmla="val 98731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6C5E5A6-B3F3-A855-34B7-59A97271A3F7}"/>
              </a:ext>
            </a:extLst>
          </p:cNvPr>
          <p:cNvSpPr txBox="1"/>
          <p:nvPr/>
        </p:nvSpPr>
        <p:spPr>
          <a:xfrm>
            <a:off x="326077" y="219342"/>
            <a:ext cx="8154063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0B050"/>
                </a:solidFill>
              </a:rPr>
              <a:t>	SOLUÇÃO </a:t>
            </a:r>
            <a:r>
              <a:rPr lang="pt-BR" sz="2000" dirty="0">
                <a:solidFill>
                  <a:srgbClr val="00B050"/>
                </a:solidFill>
              </a:rPr>
              <a:t>(continuação)</a:t>
            </a:r>
            <a:r>
              <a:rPr lang="pt-BR" sz="4000" dirty="0">
                <a:solidFill>
                  <a:srgbClr val="00B050"/>
                </a:solidFill>
              </a:rPr>
              <a:t>:</a:t>
            </a:r>
            <a:endParaRPr lang="pt-BR" sz="3600" dirty="0">
              <a:solidFill>
                <a:srgbClr val="00B050"/>
              </a:solidFill>
            </a:endParaRPr>
          </a:p>
          <a:p>
            <a:r>
              <a:rPr lang="pt-BR" sz="1600" dirty="0">
                <a:solidFill>
                  <a:srgbClr val="00B050"/>
                </a:solidFill>
              </a:rPr>
              <a:t>	</a:t>
            </a:r>
            <a:endParaRPr lang="pt-BR" sz="1600" dirty="0">
              <a:solidFill>
                <a:srgbClr val="FFFF00"/>
              </a:solidFill>
            </a:endParaRPr>
          </a:p>
          <a:p>
            <a:pPr algn="just"/>
            <a:r>
              <a:rPr lang="pt-BR" sz="2000" dirty="0">
                <a:solidFill>
                  <a:srgbClr val="006600"/>
                </a:solidFill>
              </a:rPr>
              <a:t>	</a:t>
            </a:r>
            <a:r>
              <a:rPr lang="pt-BR" sz="2000" dirty="0">
                <a:solidFill>
                  <a:srgbClr val="00B050"/>
                </a:solidFill>
              </a:rPr>
              <a:t>Um </a:t>
            </a:r>
            <a:r>
              <a:rPr lang="pt-BR" sz="2000" b="1" dirty="0">
                <a:solidFill>
                  <a:srgbClr val="FCF846"/>
                </a:solidFill>
              </a:rPr>
              <a:t>Assistente de IA</a:t>
            </a:r>
            <a:r>
              <a:rPr lang="pt-BR" sz="2000" dirty="0">
                <a:solidFill>
                  <a:srgbClr val="00B050"/>
                </a:solidFill>
              </a:rPr>
              <a:t> pode alertar para itens críticos como:</a:t>
            </a:r>
          </a:p>
          <a:p>
            <a:pPr algn="just"/>
            <a:endParaRPr lang="pt-BR" sz="2000" dirty="0">
              <a:solidFill>
                <a:srgbClr val="00B050"/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pt-BR" sz="2000" dirty="0">
                <a:solidFill>
                  <a:srgbClr val="00B050"/>
                </a:solidFill>
              </a:rPr>
              <a:t>Criação disfarçada de </a:t>
            </a:r>
            <a:r>
              <a:rPr lang="pt-BR" sz="2000" dirty="0">
                <a:solidFill>
                  <a:srgbClr val="FCF846"/>
                </a:solidFill>
              </a:rPr>
              <a:t>tributos</a:t>
            </a:r>
            <a:r>
              <a:rPr lang="pt-BR" sz="2000" dirty="0">
                <a:solidFill>
                  <a:srgbClr val="00B050"/>
                </a:solidFill>
              </a:rPr>
              <a:t> e/ou aumento de </a:t>
            </a:r>
            <a:r>
              <a:rPr lang="pt-BR" sz="2000" dirty="0">
                <a:solidFill>
                  <a:srgbClr val="FCF846"/>
                </a:solidFill>
              </a:rPr>
              <a:t>gastos</a:t>
            </a:r>
            <a:r>
              <a:rPr lang="pt-BR" sz="2000" dirty="0">
                <a:solidFill>
                  <a:srgbClr val="00B050"/>
                </a:solidFill>
              </a:rPr>
              <a:t>;</a:t>
            </a:r>
          </a:p>
          <a:p>
            <a:pPr marL="342900" indent="-342900" algn="just">
              <a:buFontTx/>
              <a:buChar char="-"/>
            </a:pPr>
            <a:r>
              <a:rPr lang="pt-BR" sz="2000" dirty="0">
                <a:solidFill>
                  <a:srgbClr val="00B050"/>
                </a:solidFill>
              </a:rPr>
              <a:t>Tentativas de imposição de </a:t>
            </a:r>
            <a:r>
              <a:rPr lang="pt-BR" sz="2000" dirty="0">
                <a:solidFill>
                  <a:srgbClr val="FCF846"/>
                </a:solidFill>
              </a:rPr>
              <a:t>CENSURA</a:t>
            </a:r>
            <a:r>
              <a:rPr lang="pt-BR" sz="2000" dirty="0">
                <a:solidFill>
                  <a:srgbClr val="00B050"/>
                </a:solidFill>
              </a:rPr>
              <a:t> por meio de discurso palatável;</a:t>
            </a:r>
          </a:p>
          <a:p>
            <a:pPr marL="342900" indent="-342900" algn="just">
              <a:buFontTx/>
              <a:buChar char="-"/>
            </a:pPr>
            <a:r>
              <a:rPr lang="pt-BR" sz="2000" dirty="0">
                <a:solidFill>
                  <a:srgbClr val="00B050"/>
                </a:solidFill>
              </a:rPr>
              <a:t>Inclusão de </a:t>
            </a:r>
            <a:r>
              <a:rPr lang="pt-BR" sz="2000" dirty="0">
                <a:solidFill>
                  <a:srgbClr val="FCF846"/>
                </a:solidFill>
              </a:rPr>
              <a:t>“Jabutis” </a:t>
            </a:r>
            <a:r>
              <a:rPr lang="pt-BR" sz="2000" dirty="0">
                <a:solidFill>
                  <a:srgbClr val="00B050"/>
                </a:solidFill>
              </a:rPr>
              <a:t>variados;</a:t>
            </a:r>
          </a:p>
          <a:p>
            <a:pPr marL="342900" indent="-342900" algn="just">
              <a:buFontTx/>
              <a:buChar char="-"/>
            </a:pPr>
            <a:r>
              <a:rPr lang="pt-BR" sz="2000" dirty="0">
                <a:solidFill>
                  <a:srgbClr val="00B050"/>
                </a:solidFill>
              </a:rPr>
              <a:t>Aumento de burocracia, controles desnecessários e </a:t>
            </a:r>
            <a:r>
              <a:rPr lang="pt-BR" sz="2000" dirty="0">
                <a:solidFill>
                  <a:srgbClr val="FCF846"/>
                </a:solidFill>
              </a:rPr>
              <a:t>discricionariedades</a:t>
            </a:r>
            <a:r>
              <a:rPr lang="pt-BR" sz="2000" dirty="0">
                <a:solidFill>
                  <a:srgbClr val="00B050"/>
                </a:solidFill>
              </a:rPr>
              <a:t>;</a:t>
            </a:r>
          </a:p>
          <a:p>
            <a:pPr marL="342900" indent="-342900" algn="just">
              <a:buFontTx/>
              <a:buChar char="-"/>
            </a:pPr>
            <a:r>
              <a:rPr lang="pt-BR" sz="2000" dirty="0">
                <a:solidFill>
                  <a:srgbClr val="00B050"/>
                </a:solidFill>
              </a:rPr>
              <a:t>Avanço do Estado sobre </a:t>
            </a:r>
            <a:r>
              <a:rPr lang="pt-BR" sz="2000" dirty="0">
                <a:solidFill>
                  <a:srgbClr val="FCF846"/>
                </a:solidFill>
              </a:rPr>
              <a:t>liberdades individuais</a:t>
            </a:r>
            <a:r>
              <a:rPr lang="pt-BR" sz="2000" dirty="0">
                <a:solidFill>
                  <a:srgbClr val="00B050"/>
                </a:solidFill>
              </a:rPr>
              <a:t>;</a:t>
            </a:r>
          </a:p>
          <a:p>
            <a:pPr marL="342900" indent="-342900" algn="just">
              <a:buFontTx/>
              <a:buChar char="-"/>
            </a:pPr>
            <a:r>
              <a:rPr lang="pt-BR" sz="2000" dirty="0">
                <a:solidFill>
                  <a:srgbClr val="00B050"/>
                </a:solidFill>
              </a:rPr>
              <a:t>Facilitação ou criação de </a:t>
            </a:r>
            <a:r>
              <a:rPr lang="pt-BR" sz="2000" dirty="0">
                <a:solidFill>
                  <a:srgbClr val="FCF846"/>
                </a:solidFill>
              </a:rPr>
              <a:t>cartéis</a:t>
            </a:r>
            <a:r>
              <a:rPr lang="pt-BR" sz="2000" dirty="0">
                <a:solidFill>
                  <a:srgbClr val="00B050"/>
                </a:solidFill>
              </a:rPr>
              <a:t> e </a:t>
            </a:r>
            <a:r>
              <a:rPr lang="pt-BR" sz="2000" dirty="0">
                <a:solidFill>
                  <a:srgbClr val="FCF846"/>
                </a:solidFill>
              </a:rPr>
              <a:t>monopólios</a:t>
            </a:r>
            <a:r>
              <a:rPr lang="pt-BR" sz="2000" dirty="0">
                <a:solidFill>
                  <a:srgbClr val="00B050"/>
                </a:solidFill>
              </a:rPr>
              <a:t>, barreiras de entrada para a livre-iniciativa ou pequenos empreendedores;</a:t>
            </a:r>
          </a:p>
          <a:p>
            <a:pPr marL="342900" indent="-342900" algn="just">
              <a:buFontTx/>
              <a:buChar char="-"/>
            </a:pPr>
            <a:r>
              <a:rPr lang="pt-BR" sz="2000" dirty="0">
                <a:solidFill>
                  <a:srgbClr val="FCF846"/>
                </a:solidFill>
              </a:rPr>
              <a:t>Conflitos</a:t>
            </a:r>
            <a:r>
              <a:rPr lang="pt-BR" sz="2000" dirty="0">
                <a:solidFill>
                  <a:srgbClr val="00B050"/>
                </a:solidFill>
              </a:rPr>
              <a:t> com outros dispositivos legais, acordos internacionais, etc.;</a:t>
            </a:r>
          </a:p>
          <a:p>
            <a:pPr marL="342900" indent="-342900" algn="just">
              <a:buFontTx/>
              <a:buChar char="-"/>
            </a:pPr>
            <a:r>
              <a:rPr lang="pt-BR" sz="2000" dirty="0">
                <a:solidFill>
                  <a:srgbClr val="00B050"/>
                </a:solidFill>
              </a:rPr>
              <a:t>Alertas para temas ideológicos específicos de cada partido (customizado);</a:t>
            </a:r>
          </a:p>
          <a:p>
            <a:pPr marL="342900" indent="-342900" algn="just">
              <a:buFontTx/>
              <a:buChar char="-"/>
            </a:pPr>
            <a:endParaRPr lang="en-GB" sz="1600" dirty="0">
              <a:solidFill>
                <a:srgbClr val="00B050"/>
              </a:solidFill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862F49A-6101-1B21-A68E-5341DD325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348170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648BF-C03A-10F3-397E-0A1359420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BCAE0798-CFB7-5680-E3A4-3C050EC1A9FE}"/>
              </a:ext>
            </a:extLst>
          </p:cNvPr>
          <p:cNvSpPr/>
          <p:nvPr/>
        </p:nvSpPr>
        <p:spPr>
          <a:xfrm>
            <a:off x="1714288" y="740909"/>
            <a:ext cx="5857937" cy="2355878"/>
          </a:xfrm>
          <a:prstGeom prst="roundRect">
            <a:avLst/>
          </a:prstGeom>
          <a:noFill/>
          <a:ln w="285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/>
            <a:r>
              <a:rPr lang="pt-BR" sz="1200" dirty="0">
                <a:solidFill>
                  <a:srgbClr val="FFC000"/>
                </a:solidFill>
              </a:rPr>
              <a:t>Assistente IA</a:t>
            </a:r>
            <a:endParaRPr lang="en-GB" sz="1200" dirty="0">
              <a:solidFill>
                <a:srgbClr val="FFC000"/>
              </a:solidFill>
            </a:endParaRP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8A12207-1708-AAB0-789C-6DF0AA5691D9}"/>
              </a:ext>
            </a:extLst>
          </p:cNvPr>
          <p:cNvSpPr/>
          <p:nvPr/>
        </p:nvSpPr>
        <p:spPr>
          <a:xfrm>
            <a:off x="0" y="0"/>
            <a:ext cx="9144000" cy="5317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apezoide 4">
            <a:extLst>
              <a:ext uri="{FF2B5EF4-FFF2-40B4-BE49-F238E27FC236}">
                <a16:creationId xmlns:a16="http://schemas.microsoft.com/office/drawing/2014/main" id="{01A429D5-1B67-1570-0950-0E036A180010}"/>
              </a:ext>
            </a:extLst>
          </p:cNvPr>
          <p:cNvSpPr/>
          <p:nvPr/>
        </p:nvSpPr>
        <p:spPr>
          <a:xfrm rot="2700000">
            <a:off x="8540505" y="140926"/>
            <a:ext cx="808488" cy="156833"/>
          </a:xfrm>
          <a:prstGeom prst="trapezoid">
            <a:avLst>
              <a:gd name="adj" fmla="val 98731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apezoide 5">
            <a:extLst>
              <a:ext uri="{FF2B5EF4-FFF2-40B4-BE49-F238E27FC236}">
                <a16:creationId xmlns:a16="http://schemas.microsoft.com/office/drawing/2014/main" id="{CC5C63D8-48C8-E485-7C83-82FCD7EECD42}"/>
              </a:ext>
            </a:extLst>
          </p:cNvPr>
          <p:cNvSpPr/>
          <p:nvPr/>
        </p:nvSpPr>
        <p:spPr>
          <a:xfrm rot="2700000">
            <a:off x="8295752" y="242304"/>
            <a:ext cx="1095234" cy="156833"/>
          </a:xfrm>
          <a:prstGeom prst="trapezoid">
            <a:avLst>
              <a:gd name="adj" fmla="val 98731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9AF2BE3-6387-60E0-942F-72C4316C94B6}"/>
              </a:ext>
            </a:extLst>
          </p:cNvPr>
          <p:cNvSpPr txBox="1"/>
          <p:nvPr/>
        </p:nvSpPr>
        <p:spPr>
          <a:xfrm>
            <a:off x="326077" y="219342"/>
            <a:ext cx="81540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0B050"/>
                </a:solidFill>
              </a:rPr>
              <a:t>	SOLUÇÃO – PROCESSO FUNCIONAL</a:t>
            </a:r>
            <a:endParaRPr lang="pt-BR" sz="3600" dirty="0">
              <a:solidFill>
                <a:srgbClr val="00B050"/>
              </a:solidFill>
            </a:endParaRPr>
          </a:p>
          <a:p>
            <a:r>
              <a:rPr lang="pt-BR" sz="1600" dirty="0">
                <a:solidFill>
                  <a:srgbClr val="00B050"/>
                </a:solidFill>
              </a:rPr>
              <a:t>	</a:t>
            </a:r>
            <a:endParaRPr lang="en-GB" sz="1600" dirty="0">
              <a:solidFill>
                <a:srgbClr val="00B050"/>
              </a:solidFill>
            </a:endParaRPr>
          </a:p>
        </p:txBody>
      </p:sp>
      <p:sp>
        <p:nvSpPr>
          <p:cNvPr id="17" name="Retângulo de cantos arredondados 1">
            <a:extLst>
              <a:ext uri="{FF2B5EF4-FFF2-40B4-BE49-F238E27FC236}">
                <a16:creationId xmlns:a16="http://schemas.microsoft.com/office/drawing/2014/main" id="{E47C10E4-B232-1079-27BE-7774EFF3C860}"/>
              </a:ext>
            </a:extLst>
          </p:cNvPr>
          <p:cNvSpPr/>
          <p:nvPr/>
        </p:nvSpPr>
        <p:spPr>
          <a:xfrm>
            <a:off x="665916" y="973142"/>
            <a:ext cx="1005634" cy="861447"/>
          </a:xfrm>
          <a:prstGeom prst="roundRect">
            <a:avLst/>
          </a:prstGeom>
          <a:solidFill>
            <a:sysClr val="windowText" lastClr="000000">
              <a:lumMod val="65000"/>
              <a:lumOff val="35000"/>
            </a:sys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PL PAUTADO</a:t>
            </a:r>
          </a:p>
        </p:txBody>
      </p:sp>
      <p:sp>
        <p:nvSpPr>
          <p:cNvPr id="18" name="Retângulo de cantos arredondados 1">
            <a:extLst>
              <a:ext uri="{FF2B5EF4-FFF2-40B4-BE49-F238E27FC236}">
                <a16:creationId xmlns:a16="http://schemas.microsoft.com/office/drawing/2014/main" id="{9680957D-65DC-1EB7-4C62-6216085D3AD5}"/>
              </a:ext>
            </a:extLst>
          </p:cNvPr>
          <p:cNvSpPr/>
          <p:nvPr/>
        </p:nvSpPr>
        <p:spPr>
          <a:xfrm>
            <a:off x="1820521" y="973142"/>
            <a:ext cx="1005634" cy="861447"/>
          </a:xfrm>
          <a:prstGeom prst="roundRect">
            <a:avLst/>
          </a:prstGeom>
          <a:solidFill>
            <a:sysClr val="windowText" lastClr="000000">
              <a:lumMod val="65000"/>
              <a:lumOff val="35000"/>
            </a:sys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kern="0" dirty="0">
                <a:solidFill>
                  <a:prstClr val="white"/>
                </a:solidFill>
                <a:latin typeface="Gill Sans MT"/>
              </a:rPr>
              <a:t>CRAWLER</a:t>
            </a:r>
            <a:endParaRPr kumimoji="0" lang="pt-BR" sz="10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9" name="Retângulo de cantos arredondados 1">
            <a:extLst>
              <a:ext uri="{FF2B5EF4-FFF2-40B4-BE49-F238E27FC236}">
                <a16:creationId xmlns:a16="http://schemas.microsoft.com/office/drawing/2014/main" id="{08A62E2D-0BE6-FE00-B5C4-A0F460C446C7}"/>
              </a:ext>
            </a:extLst>
          </p:cNvPr>
          <p:cNvSpPr/>
          <p:nvPr/>
        </p:nvSpPr>
        <p:spPr>
          <a:xfrm>
            <a:off x="2970171" y="973142"/>
            <a:ext cx="1005634" cy="861447"/>
          </a:xfrm>
          <a:prstGeom prst="roundRect">
            <a:avLst/>
          </a:prstGeom>
          <a:solidFill>
            <a:sysClr val="windowText" lastClr="000000">
              <a:lumMod val="65000"/>
              <a:lumOff val="35000"/>
            </a:sys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kern="0" dirty="0">
                <a:solidFill>
                  <a:prstClr val="white"/>
                </a:solidFill>
                <a:latin typeface="Gill Sans MT"/>
              </a:rPr>
              <a:t>LLM (IA) Base Legal</a:t>
            </a:r>
            <a:endParaRPr kumimoji="0" lang="pt-BR" sz="10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20" name="Retângulo de cantos arredondados 1">
            <a:extLst>
              <a:ext uri="{FF2B5EF4-FFF2-40B4-BE49-F238E27FC236}">
                <a16:creationId xmlns:a16="http://schemas.microsoft.com/office/drawing/2014/main" id="{402C19BF-3449-CC65-243D-FC265BE2D031}"/>
              </a:ext>
            </a:extLst>
          </p:cNvPr>
          <p:cNvSpPr/>
          <p:nvPr/>
        </p:nvSpPr>
        <p:spPr>
          <a:xfrm>
            <a:off x="4122299" y="973142"/>
            <a:ext cx="1005634" cy="861447"/>
          </a:xfrm>
          <a:prstGeom prst="roundRect">
            <a:avLst/>
          </a:prstGeom>
          <a:solidFill>
            <a:sysClr val="windowText" lastClr="000000">
              <a:lumMod val="65000"/>
              <a:lumOff val="35000"/>
            </a:sys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LLM (</a:t>
            </a:r>
            <a:r>
              <a:rPr lang="pt-BR" sz="1050" kern="0" dirty="0">
                <a:solidFill>
                  <a:prstClr val="white"/>
                </a:solidFill>
                <a:latin typeface="Gill Sans MT"/>
              </a:rPr>
              <a:t>IA)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Alertas &amp; Regras</a:t>
            </a:r>
          </a:p>
        </p:txBody>
      </p:sp>
      <p:sp>
        <p:nvSpPr>
          <p:cNvPr id="22" name="Retângulo de cantos arredondados 1">
            <a:extLst>
              <a:ext uri="{FF2B5EF4-FFF2-40B4-BE49-F238E27FC236}">
                <a16:creationId xmlns:a16="http://schemas.microsoft.com/office/drawing/2014/main" id="{A3F75895-5BC0-4B7D-3D09-D873FA8714E3}"/>
              </a:ext>
            </a:extLst>
          </p:cNvPr>
          <p:cNvSpPr/>
          <p:nvPr/>
        </p:nvSpPr>
        <p:spPr>
          <a:xfrm>
            <a:off x="5274427" y="975791"/>
            <a:ext cx="1005634" cy="861447"/>
          </a:xfrm>
          <a:prstGeom prst="roundRect">
            <a:avLst/>
          </a:prstGeom>
          <a:solidFill>
            <a:sysClr val="windowText" lastClr="000000">
              <a:lumMod val="65000"/>
              <a:lumOff val="35000"/>
            </a:sys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Orquestrador</a:t>
            </a:r>
          </a:p>
        </p:txBody>
      </p:sp>
      <p:sp>
        <p:nvSpPr>
          <p:cNvPr id="24" name="Retângulo de cantos arredondados 1">
            <a:extLst>
              <a:ext uri="{FF2B5EF4-FFF2-40B4-BE49-F238E27FC236}">
                <a16:creationId xmlns:a16="http://schemas.microsoft.com/office/drawing/2014/main" id="{2C4FACF9-B07F-9CA6-ABB5-747F2AD737AC}"/>
              </a:ext>
            </a:extLst>
          </p:cNvPr>
          <p:cNvSpPr/>
          <p:nvPr/>
        </p:nvSpPr>
        <p:spPr>
          <a:xfrm>
            <a:off x="7576205" y="973142"/>
            <a:ext cx="1005634" cy="861447"/>
          </a:xfrm>
          <a:prstGeom prst="roundRect">
            <a:avLst/>
          </a:prstGeom>
          <a:solidFill>
            <a:sysClr val="windowText" lastClr="000000">
              <a:lumMod val="65000"/>
              <a:lumOff val="35000"/>
            </a:sys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kern="0" dirty="0">
                <a:solidFill>
                  <a:prstClr val="white"/>
                </a:solidFill>
                <a:latin typeface="Gill Sans MT"/>
              </a:rPr>
              <a:t>VOTO</a:t>
            </a:r>
            <a:endParaRPr kumimoji="0" lang="pt-BR" sz="10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26" name="Retângulo de cantos arredondados 1">
            <a:extLst>
              <a:ext uri="{FF2B5EF4-FFF2-40B4-BE49-F238E27FC236}">
                <a16:creationId xmlns:a16="http://schemas.microsoft.com/office/drawing/2014/main" id="{A2187E3F-82D3-88D5-242C-8C2718D93BF5}"/>
              </a:ext>
            </a:extLst>
          </p:cNvPr>
          <p:cNvSpPr/>
          <p:nvPr/>
        </p:nvSpPr>
        <p:spPr>
          <a:xfrm>
            <a:off x="6424077" y="973142"/>
            <a:ext cx="1005634" cy="861447"/>
          </a:xfrm>
          <a:prstGeom prst="roundRect">
            <a:avLst/>
          </a:prstGeom>
          <a:solidFill>
            <a:sysClr val="windowText" lastClr="000000">
              <a:lumMod val="65000"/>
              <a:lumOff val="35000"/>
            </a:sys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APP Mobile</a:t>
            </a:r>
          </a:p>
        </p:txBody>
      </p:sp>
      <p:sp>
        <p:nvSpPr>
          <p:cNvPr id="28" name="Seta: para a Direita 27">
            <a:extLst>
              <a:ext uri="{FF2B5EF4-FFF2-40B4-BE49-F238E27FC236}">
                <a16:creationId xmlns:a16="http://schemas.microsoft.com/office/drawing/2014/main" id="{207B50DB-3CE3-1D96-40F5-77DED4E0F34C}"/>
              </a:ext>
            </a:extLst>
          </p:cNvPr>
          <p:cNvSpPr/>
          <p:nvPr/>
        </p:nvSpPr>
        <p:spPr>
          <a:xfrm>
            <a:off x="1530011" y="1333182"/>
            <a:ext cx="288032" cy="144016"/>
          </a:xfrm>
          <a:prstGeom prst="rightArrow">
            <a:avLst/>
          </a:prstGeom>
          <a:solidFill>
            <a:sysClr val="windowText" lastClr="000000">
              <a:lumMod val="65000"/>
              <a:lumOff val="35000"/>
            </a:sys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29" name="Seta: para a Direita 28">
            <a:extLst>
              <a:ext uri="{FF2B5EF4-FFF2-40B4-BE49-F238E27FC236}">
                <a16:creationId xmlns:a16="http://schemas.microsoft.com/office/drawing/2014/main" id="{1A183ED6-DD9D-BA47-9267-02AF958252C3}"/>
              </a:ext>
            </a:extLst>
          </p:cNvPr>
          <p:cNvSpPr/>
          <p:nvPr/>
        </p:nvSpPr>
        <p:spPr>
          <a:xfrm>
            <a:off x="2687094" y="1333182"/>
            <a:ext cx="288032" cy="144016"/>
          </a:xfrm>
          <a:prstGeom prst="rightArrow">
            <a:avLst/>
          </a:prstGeom>
          <a:solidFill>
            <a:sysClr val="windowText" lastClr="000000">
              <a:lumMod val="65000"/>
              <a:lumOff val="35000"/>
            </a:sys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30" name="Seta: para a Direita 29">
            <a:extLst>
              <a:ext uri="{FF2B5EF4-FFF2-40B4-BE49-F238E27FC236}">
                <a16:creationId xmlns:a16="http://schemas.microsoft.com/office/drawing/2014/main" id="{8E08AD04-7F53-5E48-9337-71D9A3DEBCD0}"/>
              </a:ext>
            </a:extLst>
          </p:cNvPr>
          <p:cNvSpPr/>
          <p:nvPr/>
        </p:nvSpPr>
        <p:spPr>
          <a:xfrm>
            <a:off x="3831789" y="1333182"/>
            <a:ext cx="288032" cy="144016"/>
          </a:xfrm>
          <a:prstGeom prst="rightArrow">
            <a:avLst/>
          </a:prstGeom>
          <a:solidFill>
            <a:sysClr val="windowText" lastClr="000000">
              <a:lumMod val="65000"/>
              <a:lumOff val="35000"/>
            </a:sys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31" name="Seta: para a Direita 30">
            <a:extLst>
              <a:ext uri="{FF2B5EF4-FFF2-40B4-BE49-F238E27FC236}">
                <a16:creationId xmlns:a16="http://schemas.microsoft.com/office/drawing/2014/main" id="{3C978B08-6173-DF28-8EE0-6C5BB8A5273D}"/>
              </a:ext>
            </a:extLst>
          </p:cNvPr>
          <p:cNvSpPr/>
          <p:nvPr/>
        </p:nvSpPr>
        <p:spPr>
          <a:xfrm>
            <a:off x="4976484" y="1333182"/>
            <a:ext cx="288032" cy="144016"/>
          </a:xfrm>
          <a:prstGeom prst="rightArrow">
            <a:avLst/>
          </a:prstGeom>
          <a:solidFill>
            <a:sysClr val="windowText" lastClr="000000">
              <a:lumMod val="65000"/>
              <a:lumOff val="35000"/>
            </a:sys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35" name="Seta: para a Direita 34">
            <a:extLst>
              <a:ext uri="{FF2B5EF4-FFF2-40B4-BE49-F238E27FC236}">
                <a16:creationId xmlns:a16="http://schemas.microsoft.com/office/drawing/2014/main" id="{86CCF480-CF46-84D9-A1FF-2371EC618FD4}"/>
              </a:ext>
            </a:extLst>
          </p:cNvPr>
          <p:cNvSpPr/>
          <p:nvPr/>
        </p:nvSpPr>
        <p:spPr>
          <a:xfrm>
            <a:off x="6145956" y="1333182"/>
            <a:ext cx="288032" cy="144016"/>
          </a:xfrm>
          <a:prstGeom prst="rightArrow">
            <a:avLst/>
          </a:prstGeom>
          <a:solidFill>
            <a:sysClr val="windowText" lastClr="000000">
              <a:lumMod val="65000"/>
              <a:lumOff val="35000"/>
            </a:sys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37" name="Seta: para a Direita 36">
            <a:extLst>
              <a:ext uri="{FF2B5EF4-FFF2-40B4-BE49-F238E27FC236}">
                <a16:creationId xmlns:a16="http://schemas.microsoft.com/office/drawing/2014/main" id="{83FD8090-8658-8ED1-97AE-E7AA3D28AA41}"/>
              </a:ext>
            </a:extLst>
          </p:cNvPr>
          <p:cNvSpPr/>
          <p:nvPr/>
        </p:nvSpPr>
        <p:spPr>
          <a:xfrm>
            <a:off x="7284194" y="1333182"/>
            <a:ext cx="288032" cy="144016"/>
          </a:xfrm>
          <a:prstGeom prst="rightArrow">
            <a:avLst/>
          </a:prstGeom>
          <a:solidFill>
            <a:sysClr val="windowText" lastClr="000000">
              <a:lumMod val="65000"/>
              <a:lumOff val="35000"/>
            </a:sys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39" name="Balão de Fala: Retângulo com Cantos Arredondados 38">
            <a:extLst>
              <a:ext uri="{FF2B5EF4-FFF2-40B4-BE49-F238E27FC236}">
                <a16:creationId xmlns:a16="http://schemas.microsoft.com/office/drawing/2014/main" id="{D2A630E7-D7CA-9A26-995B-652922DCD09A}"/>
              </a:ext>
            </a:extLst>
          </p:cNvPr>
          <p:cNvSpPr/>
          <p:nvPr/>
        </p:nvSpPr>
        <p:spPr bwMode="ltGray">
          <a:xfrm>
            <a:off x="2034067" y="4021789"/>
            <a:ext cx="1584176" cy="1019319"/>
          </a:xfrm>
          <a:prstGeom prst="wedgeRoundRectCallout">
            <a:avLst>
              <a:gd name="adj1" fmla="val 65438"/>
              <a:gd name="adj2" fmla="val -28083"/>
              <a:gd name="adj3" fmla="val 16667"/>
            </a:avLst>
          </a:prstGeom>
          <a:solidFill>
            <a:srgbClr val="475A8D">
              <a:lumMod val="40000"/>
              <a:lumOff val="6000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Gill Sans MT" panose="020B0502020104020203" pitchFamily="34" charset="0"/>
              <a:buChar char="•"/>
              <a:tabLst/>
              <a:defRPr/>
            </a:pPr>
            <a:r>
              <a:rPr lang="pt-BR" sz="1100" kern="0">
                <a:solidFill>
                  <a:srgbClr val="84AA33">
                    <a:lumMod val="50000"/>
                  </a:srgbClr>
                </a:solidFill>
                <a:latin typeface="Gill Sans MT"/>
              </a:rPr>
              <a:t>Gera custo?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Gill Sans MT" panose="020B0502020104020203" pitchFamily="34" charset="0"/>
              <a:buChar char="•"/>
              <a:tabLst/>
              <a:defRPr/>
            </a:pPr>
            <a:r>
              <a:rPr kumimoji="0" lang="pt-BR" sz="1100" b="0" i="0" u="none" strike="noStrike" kern="0" cap="none" spc="0" normalizeH="0" baseline="0" noProof="0" dirty="0">
                <a:ln>
                  <a:noFill/>
                </a:ln>
                <a:solidFill>
                  <a:srgbClr val="84AA33">
                    <a:lumMod val="5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É</a:t>
            </a:r>
            <a:r>
              <a:rPr kumimoji="0" lang="pt-BR" sz="1100" b="0" i="0" u="none" strike="noStrike" kern="0" cap="none" spc="0" normalizeH="0" noProof="0" dirty="0">
                <a:ln>
                  <a:noFill/>
                </a:ln>
                <a:solidFill>
                  <a:srgbClr val="84AA33">
                    <a:lumMod val="5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 censura?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100" b="0" i="0" u="none" strike="noStrike" kern="0" cap="none" spc="0" normalizeH="0" baseline="0" noProof="0" dirty="0">
                <a:ln>
                  <a:noFill/>
                </a:ln>
                <a:solidFill>
                  <a:srgbClr val="84AA33">
                    <a:lumMod val="5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Cartelização?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100" kern="0" dirty="0">
                <a:solidFill>
                  <a:srgbClr val="84AA33">
                    <a:lumMod val="50000"/>
                  </a:srgbClr>
                </a:solidFill>
                <a:latin typeface="Gill Sans MT"/>
              </a:rPr>
              <a:t>Tema sensível?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100" b="0" i="0" u="none" strike="noStrike" kern="0" cap="none" spc="0" normalizeH="0" baseline="0" noProof="0" dirty="0" err="1">
                <a:ln>
                  <a:noFill/>
                </a:ln>
                <a:solidFill>
                  <a:srgbClr val="84AA33">
                    <a:lumMod val="5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etc</a:t>
            </a:r>
            <a:r>
              <a:rPr kumimoji="0" lang="pt-BR" sz="1100" b="0" i="0" u="none" strike="noStrike" kern="0" cap="none" spc="0" normalizeH="0" baseline="0" noProof="0" dirty="0">
                <a:ln>
                  <a:noFill/>
                </a:ln>
                <a:solidFill>
                  <a:srgbClr val="84AA33">
                    <a:lumMod val="5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t>…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100" b="0" i="0" u="none" strike="noStrike" kern="0" cap="none" spc="0" normalizeH="0" baseline="0" noProof="0" dirty="0">
              <a:ln>
                <a:noFill/>
              </a:ln>
              <a:solidFill>
                <a:srgbClr val="84AA33">
                  <a:lumMod val="5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100" b="0" i="0" u="none" strike="noStrike" kern="0" cap="none" spc="0" normalizeH="0" baseline="0" noProof="0" dirty="0">
              <a:ln>
                <a:noFill/>
              </a:ln>
              <a:solidFill>
                <a:srgbClr val="84AA33">
                  <a:lumMod val="5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40" name="Balão de Fala: Retângulo com Cantos Arredondados 39">
            <a:extLst>
              <a:ext uri="{FF2B5EF4-FFF2-40B4-BE49-F238E27FC236}">
                <a16:creationId xmlns:a16="http://schemas.microsoft.com/office/drawing/2014/main" id="{5E49B9F2-D54B-6E96-F39C-6C79055BF1EE}"/>
              </a:ext>
            </a:extLst>
          </p:cNvPr>
          <p:cNvSpPr/>
          <p:nvPr/>
        </p:nvSpPr>
        <p:spPr bwMode="ltGray">
          <a:xfrm>
            <a:off x="452887" y="3096787"/>
            <a:ext cx="1431692" cy="1019318"/>
          </a:xfrm>
          <a:prstGeom prst="wedgeRoundRectCallout">
            <a:avLst>
              <a:gd name="adj1" fmla="val 70452"/>
              <a:gd name="adj2" fmla="val -172993"/>
              <a:gd name="adj3" fmla="val 16667"/>
            </a:avLst>
          </a:prstGeom>
          <a:solidFill>
            <a:srgbClr val="475A8D">
              <a:lumMod val="40000"/>
              <a:lumOff val="6000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 dirty="0">
                <a:solidFill>
                  <a:srgbClr val="84AA33">
                    <a:lumMod val="50000"/>
                  </a:srgbClr>
                </a:solidFill>
                <a:latin typeface="Gill Sans MT"/>
              </a:rPr>
              <a:t>O “buscador” varre o site da Casa diariamente ou conforme gatilho (urgências)</a:t>
            </a: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84AA33">
                  <a:lumMod val="5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46" name="Fluxograma: Disco Magnético 45">
            <a:extLst>
              <a:ext uri="{FF2B5EF4-FFF2-40B4-BE49-F238E27FC236}">
                <a16:creationId xmlns:a16="http://schemas.microsoft.com/office/drawing/2014/main" id="{62F22B41-9D44-3F5E-B354-6435012056DA}"/>
              </a:ext>
            </a:extLst>
          </p:cNvPr>
          <p:cNvSpPr/>
          <p:nvPr/>
        </p:nvSpPr>
        <p:spPr>
          <a:xfrm>
            <a:off x="4085470" y="2087519"/>
            <a:ext cx="1079292" cy="861447"/>
          </a:xfrm>
          <a:prstGeom prst="flowChartMagneticDisk">
            <a:avLst/>
          </a:prstGeom>
          <a:solidFill>
            <a:sysClr val="windowText" lastClr="000000">
              <a:lumMod val="65000"/>
              <a:lumOff val="35000"/>
            </a:sys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/>
            <a:r>
              <a:rPr lang="pt-BR" sz="1050" kern="0" dirty="0">
                <a:solidFill>
                  <a:prstClr val="white"/>
                </a:solidFill>
                <a:latin typeface="Gill Sans MT"/>
              </a:rPr>
              <a:t>Banco de Dados</a:t>
            </a:r>
            <a:endParaRPr lang="en-GB" sz="1050" kern="0" dirty="0">
              <a:solidFill>
                <a:prstClr val="white"/>
              </a:solidFill>
              <a:latin typeface="Gill Sans MT"/>
            </a:endParaRPr>
          </a:p>
        </p:txBody>
      </p:sp>
      <p:sp>
        <p:nvSpPr>
          <p:cNvPr id="51" name="Balão de Fala: Retângulo com Cantos Arredondados 50">
            <a:extLst>
              <a:ext uri="{FF2B5EF4-FFF2-40B4-BE49-F238E27FC236}">
                <a16:creationId xmlns:a16="http://schemas.microsoft.com/office/drawing/2014/main" id="{A9FFCC44-6237-96B1-9157-469DCFE6EEDB}"/>
              </a:ext>
            </a:extLst>
          </p:cNvPr>
          <p:cNvSpPr/>
          <p:nvPr/>
        </p:nvSpPr>
        <p:spPr bwMode="ltGray">
          <a:xfrm>
            <a:off x="2161090" y="2213361"/>
            <a:ext cx="1584175" cy="1706568"/>
          </a:xfrm>
          <a:prstGeom prst="wedgeRoundRectCallout">
            <a:avLst>
              <a:gd name="adj1" fmla="val 20649"/>
              <a:gd name="adj2" fmla="val -68675"/>
              <a:gd name="adj3" fmla="val 16667"/>
            </a:avLst>
          </a:prstGeom>
          <a:solidFill>
            <a:srgbClr val="475A8D">
              <a:lumMod val="40000"/>
              <a:lumOff val="6000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 dirty="0">
                <a:solidFill>
                  <a:srgbClr val="84AA33">
                    <a:lumMod val="50000"/>
                  </a:srgbClr>
                </a:solidFill>
                <a:latin typeface="Gill Sans MT"/>
              </a:rPr>
              <a:t>A IA avalia o texto conforme assunto, entende do que se trata e prepara para confrontar com regras específicas. Não há limitação de tamanho ou complexidade...</a:t>
            </a: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84AA33">
                  <a:lumMod val="5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38" name="Balão de Fala: Retângulo com Cantos Arredondados 37">
            <a:extLst>
              <a:ext uri="{FF2B5EF4-FFF2-40B4-BE49-F238E27FC236}">
                <a16:creationId xmlns:a16="http://schemas.microsoft.com/office/drawing/2014/main" id="{9904ED0A-D6EC-DC9A-DE15-6BE86ABB00FE}"/>
              </a:ext>
            </a:extLst>
          </p:cNvPr>
          <p:cNvSpPr/>
          <p:nvPr/>
        </p:nvSpPr>
        <p:spPr bwMode="ltGray">
          <a:xfrm>
            <a:off x="452887" y="2178988"/>
            <a:ext cx="1431692" cy="678510"/>
          </a:xfrm>
          <a:prstGeom prst="wedgeRoundRectCallout">
            <a:avLst>
              <a:gd name="adj1" fmla="val -12787"/>
              <a:gd name="adj2" fmla="val -93010"/>
              <a:gd name="adj3" fmla="val 16667"/>
            </a:avLst>
          </a:prstGeom>
          <a:solidFill>
            <a:srgbClr val="475A8D">
              <a:lumMod val="40000"/>
              <a:lumOff val="6000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 noProof="0">
                <a:solidFill>
                  <a:srgbClr val="84AA33">
                    <a:lumMod val="50000"/>
                  </a:srgbClr>
                </a:solidFill>
                <a:latin typeface="Gill Sans MT"/>
              </a:rPr>
              <a:t>O texto do PL é disponibilizado a Casa p/ deliberação</a:t>
            </a: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84AA33">
                  <a:lumMod val="5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52" name="Seta: de Cima para Baixo 51">
            <a:extLst>
              <a:ext uri="{FF2B5EF4-FFF2-40B4-BE49-F238E27FC236}">
                <a16:creationId xmlns:a16="http://schemas.microsoft.com/office/drawing/2014/main" id="{C37892F9-1584-4880-1CDB-9E741CB8CFB1}"/>
              </a:ext>
            </a:extLst>
          </p:cNvPr>
          <p:cNvSpPr/>
          <p:nvPr/>
        </p:nvSpPr>
        <p:spPr>
          <a:xfrm>
            <a:off x="4541431" y="1834589"/>
            <a:ext cx="141756" cy="252930"/>
          </a:xfrm>
          <a:prstGeom prst="upDownArrow">
            <a:avLst/>
          </a:prstGeom>
          <a:solidFill>
            <a:sysClr val="windowText" lastClr="000000">
              <a:lumMod val="65000"/>
              <a:lumOff val="35000"/>
            </a:sys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/>
            <a:endParaRPr lang="en-GB" sz="1050" kern="0">
              <a:solidFill>
                <a:prstClr val="white"/>
              </a:solidFill>
              <a:latin typeface="Gill Sans MT"/>
            </a:endParaRPr>
          </a:p>
        </p:txBody>
      </p:sp>
      <p:sp>
        <p:nvSpPr>
          <p:cNvPr id="53" name="Balão de Fala: Retângulo com Cantos Arredondados 52">
            <a:extLst>
              <a:ext uri="{FF2B5EF4-FFF2-40B4-BE49-F238E27FC236}">
                <a16:creationId xmlns:a16="http://schemas.microsoft.com/office/drawing/2014/main" id="{03287E2A-C01B-8576-6B0A-9118FD633416}"/>
              </a:ext>
            </a:extLst>
          </p:cNvPr>
          <p:cNvSpPr/>
          <p:nvPr/>
        </p:nvSpPr>
        <p:spPr bwMode="ltGray">
          <a:xfrm>
            <a:off x="3861623" y="3096788"/>
            <a:ext cx="1584175" cy="1467718"/>
          </a:xfrm>
          <a:prstGeom prst="wedgeRoundRectCallout">
            <a:avLst>
              <a:gd name="adj1" fmla="val 5036"/>
              <a:gd name="adj2" fmla="val -65359"/>
              <a:gd name="adj3" fmla="val 16667"/>
            </a:avLst>
          </a:prstGeom>
          <a:solidFill>
            <a:srgbClr val="475A8D">
              <a:lumMod val="40000"/>
              <a:lumOff val="6000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 dirty="0">
                <a:solidFill>
                  <a:srgbClr val="84AA33">
                    <a:lumMod val="50000"/>
                  </a:srgbClr>
                </a:solidFill>
                <a:latin typeface="Gill Sans MT"/>
              </a:rPr>
              <a:t>A IA compara o texto em relação ao histórico, regras gerais ou específicas, outros dispositivos legais, projetos anteriores...</a:t>
            </a: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84AA33">
                  <a:lumMod val="5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54" name="Balão de Fala: Retângulo com Cantos Arredondados 53">
            <a:extLst>
              <a:ext uri="{FF2B5EF4-FFF2-40B4-BE49-F238E27FC236}">
                <a16:creationId xmlns:a16="http://schemas.microsoft.com/office/drawing/2014/main" id="{2B1AEC40-AC36-66C2-DDA2-E606F6C2590A}"/>
              </a:ext>
            </a:extLst>
          </p:cNvPr>
          <p:cNvSpPr/>
          <p:nvPr/>
        </p:nvSpPr>
        <p:spPr bwMode="ltGray">
          <a:xfrm>
            <a:off x="5383746" y="2132234"/>
            <a:ext cx="1354334" cy="1113136"/>
          </a:xfrm>
          <a:prstGeom prst="wedgeRoundRectCallout">
            <a:avLst>
              <a:gd name="adj1" fmla="val -23013"/>
              <a:gd name="adj2" fmla="val -74003"/>
              <a:gd name="adj3" fmla="val 16667"/>
            </a:avLst>
          </a:prstGeom>
          <a:solidFill>
            <a:srgbClr val="475A8D">
              <a:lumMod val="40000"/>
              <a:lumOff val="6000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 dirty="0">
                <a:solidFill>
                  <a:srgbClr val="84AA33">
                    <a:lumMod val="50000"/>
                  </a:srgbClr>
                </a:solidFill>
                <a:latin typeface="Gill Sans MT"/>
              </a:rPr>
              <a:t>Preparação de relatório conforme partido, bancada e regras específicas</a:t>
            </a: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84AA33">
                  <a:lumMod val="5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55" name="Balão de Fala: Retângulo com Cantos Arredondados 54">
            <a:extLst>
              <a:ext uri="{FF2B5EF4-FFF2-40B4-BE49-F238E27FC236}">
                <a16:creationId xmlns:a16="http://schemas.microsoft.com/office/drawing/2014/main" id="{3BF4E6B7-69CE-9AB0-E0F3-F80CC36201FD}"/>
              </a:ext>
            </a:extLst>
          </p:cNvPr>
          <p:cNvSpPr/>
          <p:nvPr/>
        </p:nvSpPr>
        <p:spPr bwMode="ltGray">
          <a:xfrm>
            <a:off x="6753070" y="2178987"/>
            <a:ext cx="2263513" cy="2288081"/>
          </a:xfrm>
          <a:prstGeom prst="wedgeRoundRectCallout">
            <a:avLst>
              <a:gd name="adj1" fmla="val -39823"/>
              <a:gd name="adj2" fmla="val -65649"/>
              <a:gd name="adj3" fmla="val 16667"/>
            </a:avLst>
          </a:prstGeom>
          <a:solidFill>
            <a:srgbClr val="475A8D">
              <a:lumMod val="40000"/>
              <a:lumOff val="6000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 dirty="0">
                <a:solidFill>
                  <a:srgbClr val="84AA33">
                    <a:lumMod val="50000"/>
                  </a:srgbClr>
                </a:solidFill>
                <a:latin typeface="Gill Sans MT"/>
              </a:rPr>
              <a:t>O Deputado recebe no seu </a:t>
            </a:r>
            <a:r>
              <a:rPr lang="pt-BR" sz="1100" kern="0" dirty="0" err="1">
                <a:solidFill>
                  <a:srgbClr val="84AA33">
                    <a:lumMod val="50000"/>
                  </a:srgbClr>
                </a:solidFill>
                <a:latin typeface="Gill Sans MT"/>
              </a:rPr>
              <a:t>celuar</a:t>
            </a:r>
            <a:r>
              <a:rPr lang="pt-BR" sz="1100" kern="0" dirty="0">
                <a:solidFill>
                  <a:srgbClr val="84AA33">
                    <a:lumMod val="50000"/>
                  </a:srgbClr>
                </a:solidFill>
                <a:latin typeface="Gill Sans MT"/>
              </a:rPr>
              <a:t> o pacote de informações mastigado, com resumo, destaques, alertas, avaliação nas regras específicas, orientação do Lider, orientação da bancada, etc.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100" kern="0" dirty="0">
                <a:solidFill>
                  <a:srgbClr val="84AA33">
                    <a:lumMod val="50000"/>
                  </a:srgbClr>
                </a:solidFill>
                <a:latin typeface="Gill Sans MT"/>
              </a:rPr>
              <a:t>Se desejar, marca sua intenção sobre o tema, que é compartilhada aos demais deputados, e aguarda a abertura da votação.</a:t>
            </a:r>
            <a:endParaRPr kumimoji="0" lang="en-GB" sz="1100" b="0" i="0" u="none" strike="noStrike" kern="0" cap="none" spc="0" normalizeH="0" baseline="0" noProof="0" dirty="0">
              <a:ln>
                <a:noFill/>
              </a:ln>
              <a:solidFill>
                <a:srgbClr val="84AA33">
                  <a:lumMod val="5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56" name="Seta: Curva para Cima 55">
            <a:extLst>
              <a:ext uri="{FF2B5EF4-FFF2-40B4-BE49-F238E27FC236}">
                <a16:creationId xmlns:a16="http://schemas.microsoft.com/office/drawing/2014/main" id="{34831683-2739-14AD-5ED0-418CFA06BF8A}"/>
              </a:ext>
            </a:extLst>
          </p:cNvPr>
          <p:cNvSpPr/>
          <p:nvPr/>
        </p:nvSpPr>
        <p:spPr>
          <a:xfrm flipH="1">
            <a:off x="6102054" y="1834589"/>
            <a:ext cx="451146" cy="219083"/>
          </a:xfrm>
          <a:prstGeom prst="curvedUpArrow">
            <a:avLst/>
          </a:prstGeom>
          <a:solidFill>
            <a:srgbClr val="FCF8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Seta: Curva para Cima 3">
            <a:extLst>
              <a:ext uri="{FF2B5EF4-FFF2-40B4-BE49-F238E27FC236}">
                <a16:creationId xmlns:a16="http://schemas.microsoft.com/office/drawing/2014/main" id="{AB60B932-488C-A3E6-098A-2AFDB34BF42D}"/>
              </a:ext>
            </a:extLst>
          </p:cNvPr>
          <p:cNvSpPr/>
          <p:nvPr/>
        </p:nvSpPr>
        <p:spPr>
          <a:xfrm flipH="1">
            <a:off x="8738089" y="3526098"/>
            <a:ext cx="206660" cy="160696"/>
          </a:xfrm>
          <a:prstGeom prst="curvedUpArrow">
            <a:avLst/>
          </a:prstGeom>
          <a:solidFill>
            <a:srgbClr val="FCF8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AE1E2DE-F17E-1187-3AEF-739058FD1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66862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51" grpId="0" animBg="1"/>
      <p:bldP spid="38" grpId="0" animBg="1"/>
      <p:bldP spid="53" grpId="0" animBg="1"/>
      <p:bldP spid="54" grpId="0" animBg="1"/>
      <p:bldP spid="55" grpId="0" animBg="1"/>
      <p:bldP spid="56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61B9EE-A9BD-49F3-12D0-038092BD5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588BDE60-4270-EB72-DA06-1B38C3E8B28F}"/>
              </a:ext>
            </a:extLst>
          </p:cNvPr>
          <p:cNvSpPr/>
          <p:nvPr/>
        </p:nvSpPr>
        <p:spPr>
          <a:xfrm>
            <a:off x="0" y="0"/>
            <a:ext cx="9144000" cy="5317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apezoide 4">
            <a:extLst>
              <a:ext uri="{FF2B5EF4-FFF2-40B4-BE49-F238E27FC236}">
                <a16:creationId xmlns:a16="http://schemas.microsoft.com/office/drawing/2014/main" id="{C826B58C-6581-B091-0256-0E8450EB2968}"/>
              </a:ext>
            </a:extLst>
          </p:cNvPr>
          <p:cNvSpPr/>
          <p:nvPr/>
        </p:nvSpPr>
        <p:spPr>
          <a:xfrm rot="2700000">
            <a:off x="8540505" y="140926"/>
            <a:ext cx="808488" cy="156833"/>
          </a:xfrm>
          <a:prstGeom prst="trapezoid">
            <a:avLst>
              <a:gd name="adj" fmla="val 98731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apezoide 5">
            <a:extLst>
              <a:ext uri="{FF2B5EF4-FFF2-40B4-BE49-F238E27FC236}">
                <a16:creationId xmlns:a16="http://schemas.microsoft.com/office/drawing/2014/main" id="{127E8305-F363-14DF-8DD0-F3011CACDB91}"/>
              </a:ext>
            </a:extLst>
          </p:cNvPr>
          <p:cNvSpPr/>
          <p:nvPr/>
        </p:nvSpPr>
        <p:spPr>
          <a:xfrm rot="2700000">
            <a:off x="8295752" y="242304"/>
            <a:ext cx="1095234" cy="156833"/>
          </a:xfrm>
          <a:prstGeom prst="trapezoid">
            <a:avLst>
              <a:gd name="adj" fmla="val 98731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88D9447-A882-3EF3-F9D9-FA11039773E2}"/>
              </a:ext>
            </a:extLst>
          </p:cNvPr>
          <p:cNvSpPr txBox="1"/>
          <p:nvPr/>
        </p:nvSpPr>
        <p:spPr>
          <a:xfrm>
            <a:off x="326077" y="219342"/>
            <a:ext cx="81540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0B050"/>
                </a:solidFill>
              </a:rPr>
              <a:t>	SOLUÇÃO - DIAGRAMA</a:t>
            </a:r>
            <a:r>
              <a:rPr lang="pt-BR" sz="4000" dirty="0">
                <a:solidFill>
                  <a:srgbClr val="00B050"/>
                </a:solidFill>
              </a:rPr>
              <a:t>:</a:t>
            </a:r>
            <a:r>
              <a:rPr lang="pt-BR" sz="1600" dirty="0">
                <a:solidFill>
                  <a:srgbClr val="00B050"/>
                </a:solidFill>
              </a:rPr>
              <a:t>	</a:t>
            </a:r>
            <a:endParaRPr lang="en-GB" sz="1600" dirty="0">
              <a:solidFill>
                <a:srgbClr val="00B050"/>
              </a:solidFill>
            </a:endParaRP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943F15E-5E8B-CE7C-A144-BF4FB60CF902}"/>
              </a:ext>
            </a:extLst>
          </p:cNvPr>
          <p:cNvGrpSpPr/>
          <p:nvPr/>
        </p:nvGrpSpPr>
        <p:grpSpPr>
          <a:xfrm>
            <a:off x="202761" y="1137719"/>
            <a:ext cx="1916192" cy="1289556"/>
            <a:chOff x="326077" y="1081377"/>
            <a:chExt cx="1916192" cy="1289556"/>
          </a:xfrm>
        </p:grpSpPr>
        <p:sp>
          <p:nvSpPr>
            <p:cNvPr id="2" name="Semicírculo 1">
              <a:extLst>
                <a:ext uri="{FF2B5EF4-FFF2-40B4-BE49-F238E27FC236}">
                  <a16:creationId xmlns:a16="http://schemas.microsoft.com/office/drawing/2014/main" id="{F565B24D-0180-E425-5BCA-96423FE96A9F}"/>
                </a:ext>
              </a:extLst>
            </p:cNvPr>
            <p:cNvSpPr/>
            <p:nvPr/>
          </p:nvSpPr>
          <p:spPr>
            <a:xfrm>
              <a:off x="461175" y="1802726"/>
              <a:ext cx="585524" cy="568207"/>
            </a:xfrm>
            <a:prstGeom prst="blockArc">
              <a:avLst>
                <a:gd name="adj1" fmla="val 10800000"/>
                <a:gd name="adj2" fmla="val 22"/>
                <a:gd name="adj3" fmla="val 4627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" name="Semicírculo 2">
              <a:extLst>
                <a:ext uri="{FF2B5EF4-FFF2-40B4-BE49-F238E27FC236}">
                  <a16:creationId xmlns:a16="http://schemas.microsoft.com/office/drawing/2014/main" id="{D6FE60DC-308B-248A-AB68-41575200D383}"/>
                </a:ext>
              </a:extLst>
            </p:cNvPr>
            <p:cNvSpPr/>
            <p:nvPr/>
          </p:nvSpPr>
          <p:spPr>
            <a:xfrm rot="10800000">
              <a:off x="1597213" y="1518622"/>
              <a:ext cx="585524" cy="568207"/>
            </a:xfrm>
            <a:prstGeom prst="blockArc">
              <a:avLst>
                <a:gd name="adj1" fmla="val 10800000"/>
                <a:gd name="adj2" fmla="val 22"/>
                <a:gd name="adj3" fmla="val 4627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726DD827-8915-BAC0-6E17-29E738338812}"/>
                </a:ext>
              </a:extLst>
            </p:cNvPr>
            <p:cNvSpPr/>
            <p:nvPr/>
          </p:nvSpPr>
          <p:spPr>
            <a:xfrm>
              <a:off x="1073426" y="1081377"/>
              <a:ext cx="197710" cy="100545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20CF5363-FDAA-94B7-B9F7-86482C1CB307}"/>
                </a:ext>
              </a:extLst>
            </p:cNvPr>
            <p:cNvSpPr/>
            <p:nvPr/>
          </p:nvSpPr>
          <p:spPr>
            <a:xfrm>
              <a:off x="1399503" y="1081377"/>
              <a:ext cx="197710" cy="100545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7B43D246-8BDD-F0A7-D4F3-714F3D13BA1C}"/>
                </a:ext>
              </a:extLst>
            </p:cNvPr>
            <p:cNvSpPr/>
            <p:nvPr/>
          </p:nvSpPr>
          <p:spPr>
            <a:xfrm>
              <a:off x="326077" y="2085622"/>
              <a:ext cx="1916192" cy="243064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12" name="Seta: para a Direita 11">
            <a:extLst>
              <a:ext uri="{FF2B5EF4-FFF2-40B4-BE49-F238E27FC236}">
                <a16:creationId xmlns:a16="http://schemas.microsoft.com/office/drawing/2014/main" id="{86A5C52D-E522-11D6-0883-5CB379AE7733}"/>
              </a:ext>
            </a:extLst>
          </p:cNvPr>
          <p:cNvSpPr/>
          <p:nvPr/>
        </p:nvSpPr>
        <p:spPr>
          <a:xfrm>
            <a:off x="2247320" y="2141964"/>
            <a:ext cx="585524" cy="24306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>
              <a:solidFill>
                <a:srgbClr val="006600"/>
              </a:solidFill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3B662496-D32C-9083-CE2E-514E7DCBEBD2}"/>
              </a:ext>
            </a:extLst>
          </p:cNvPr>
          <p:cNvSpPr/>
          <p:nvPr/>
        </p:nvSpPr>
        <p:spPr>
          <a:xfrm>
            <a:off x="1048965" y="2901420"/>
            <a:ext cx="1268303" cy="716788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err="1">
                <a:solidFill>
                  <a:srgbClr val="006600"/>
                </a:solidFill>
              </a:rPr>
              <a:t>Crawler</a:t>
            </a:r>
            <a:endParaRPr lang="pt-BR" b="1" dirty="0">
              <a:solidFill>
                <a:srgbClr val="006600"/>
              </a:solidFill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F9F7CFB5-8732-F5A0-633F-CEADE0EE2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844" y="1098778"/>
            <a:ext cx="2027972" cy="1433629"/>
          </a:xfrm>
          <a:prstGeom prst="rect">
            <a:avLst/>
          </a:prstGeom>
        </p:spPr>
      </p:pic>
      <p:cxnSp>
        <p:nvCxnSpPr>
          <p:cNvPr id="23" name="Conector: Angulado 22">
            <a:extLst>
              <a:ext uri="{FF2B5EF4-FFF2-40B4-BE49-F238E27FC236}">
                <a16:creationId xmlns:a16="http://schemas.microsoft.com/office/drawing/2014/main" id="{8553A53F-04FA-06AD-CD5C-5B47CC8B4798}"/>
              </a:ext>
            </a:extLst>
          </p:cNvPr>
          <p:cNvCxnSpPr>
            <a:cxnSpLocks/>
            <a:stCxn id="14" idx="0"/>
            <a:endCxn id="16" idx="2"/>
          </p:cNvCxnSpPr>
          <p:nvPr/>
        </p:nvCxnSpPr>
        <p:spPr>
          <a:xfrm rot="5400000" flipH="1" flipV="1">
            <a:off x="2580467" y="1635058"/>
            <a:ext cx="369013" cy="2163713"/>
          </a:xfrm>
          <a:prstGeom prst="bentConnector3">
            <a:avLst/>
          </a:prstGeom>
          <a:ln w="44450">
            <a:solidFill>
              <a:srgbClr val="FFC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8D9422D1-CB1A-C375-7E0D-1BDD629C449E}"/>
              </a:ext>
            </a:extLst>
          </p:cNvPr>
          <p:cNvSpPr/>
          <p:nvPr/>
        </p:nvSpPr>
        <p:spPr>
          <a:xfrm>
            <a:off x="4191791" y="2817206"/>
            <a:ext cx="1268303" cy="716788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006600"/>
                </a:solidFill>
              </a:rPr>
              <a:t>LLM (IA)</a:t>
            </a:r>
          </a:p>
        </p:txBody>
      </p: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0301B3D7-1A2D-D467-20A9-8E6B37658A2B}"/>
              </a:ext>
            </a:extLst>
          </p:cNvPr>
          <p:cNvCxnSpPr>
            <a:cxnSpLocks/>
            <a:stCxn id="14" idx="3"/>
            <a:endCxn id="25" idx="1"/>
          </p:cNvCxnSpPr>
          <p:nvPr/>
        </p:nvCxnSpPr>
        <p:spPr>
          <a:xfrm flipV="1">
            <a:off x="2317268" y="3175600"/>
            <a:ext cx="1874523" cy="84214"/>
          </a:xfrm>
          <a:prstGeom prst="bentConnector3">
            <a:avLst/>
          </a:prstGeom>
          <a:ln w="44450">
            <a:solidFill>
              <a:srgbClr val="FFC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luxograma: Disco Magnético 31">
            <a:extLst>
              <a:ext uri="{FF2B5EF4-FFF2-40B4-BE49-F238E27FC236}">
                <a16:creationId xmlns:a16="http://schemas.microsoft.com/office/drawing/2014/main" id="{A683C9E0-51A8-2C8D-D5A7-A8E0B33F4529}"/>
              </a:ext>
            </a:extLst>
          </p:cNvPr>
          <p:cNvSpPr/>
          <p:nvPr/>
        </p:nvSpPr>
        <p:spPr>
          <a:xfrm>
            <a:off x="1415279" y="4005781"/>
            <a:ext cx="1407348" cy="918378"/>
          </a:xfrm>
          <a:prstGeom prst="flowChartMagneticDisk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>
                <a:solidFill>
                  <a:srgbClr val="006600"/>
                </a:solidFill>
              </a:rPr>
              <a:t>Dispositivos Legais</a:t>
            </a:r>
            <a:endParaRPr lang="en-GB" b="1" dirty="0">
              <a:solidFill>
                <a:srgbClr val="006600"/>
              </a:solidFill>
            </a:endParaRPr>
          </a:p>
        </p:txBody>
      </p:sp>
      <p:sp>
        <p:nvSpPr>
          <p:cNvPr id="33" name="Fluxograma: Disco Magnético 32">
            <a:extLst>
              <a:ext uri="{FF2B5EF4-FFF2-40B4-BE49-F238E27FC236}">
                <a16:creationId xmlns:a16="http://schemas.microsoft.com/office/drawing/2014/main" id="{D60DA5B7-84FD-3911-A51C-7CE18C5B177C}"/>
              </a:ext>
            </a:extLst>
          </p:cNvPr>
          <p:cNvSpPr/>
          <p:nvPr/>
        </p:nvSpPr>
        <p:spPr>
          <a:xfrm>
            <a:off x="3143155" y="4005781"/>
            <a:ext cx="1407348" cy="918378"/>
          </a:xfrm>
          <a:prstGeom prst="flowChartMagneticDisk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006600"/>
                </a:solidFill>
              </a:rPr>
              <a:t>Histórico de </a:t>
            </a:r>
            <a:r>
              <a:rPr lang="pt-BR" b="1" dirty="0" err="1">
                <a:solidFill>
                  <a:srgbClr val="006600"/>
                </a:solidFill>
              </a:rPr>
              <a:t>PL</a:t>
            </a:r>
            <a:r>
              <a:rPr lang="pt-BR" b="1" err="1">
                <a:solidFill>
                  <a:srgbClr val="006600"/>
                </a:solidFill>
              </a:rPr>
              <a:t>´</a:t>
            </a:r>
            <a:r>
              <a:rPr lang="pt-BR" b="1">
                <a:solidFill>
                  <a:srgbClr val="006600"/>
                </a:solidFill>
              </a:rPr>
              <a:t>s</a:t>
            </a:r>
            <a:endParaRPr lang="en-GB" b="1" dirty="0">
              <a:solidFill>
                <a:srgbClr val="006600"/>
              </a:solidFill>
            </a:endParaRPr>
          </a:p>
        </p:txBody>
      </p:sp>
      <p:sp>
        <p:nvSpPr>
          <p:cNvPr id="34" name="Fluxograma: Disco Magnético 33">
            <a:extLst>
              <a:ext uri="{FF2B5EF4-FFF2-40B4-BE49-F238E27FC236}">
                <a16:creationId xmlns:a16="http://schemas.microsoft.com/office/drawing/2014/main" id="{0B843F5A-7E66-8E1E-CDB6-94088ECD2505}"/>
              </a:ext>
            </a:extLst>
          </p:cNvPr>
          <p:cNvSpPr/>
          <p:nvPr/>
        </p:nvSpPr>
        <p:spPr>
          <a:xfrm>
            <a:off x="4848177" y="4005781"/>
            <a:ext cx="1407348" cy="918378"/>
          </a:xfrm>
          <a:prstGeom prst="flowChartMagneticDisk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rgbClr val="006600"/>
                </a:solidFill>
              </a:rPr>
              <a:t>Regras </a:t>
            </a:r>
            <a:r>
              <a:rPr lang="pt-BR" b="1">
                <a:solidFill>
                  <a:srgbClr val="006600"/>
                </a:solidFill>
              </a:rPr>
              <a:t>&amp; Alertas</a:t>
            </a:r>
            <a:endParaRPr lang="en-GB" b="1" dirty="0">
              <a:solidFill>
                <a:srgbClr val="006600"/>
              </a:solidFill>
            </a:endParaRPr>
          </a:p>
        </p:txBody>
      </p:sp>
      <p:cxnSp>
        <p:nvCxnSpPr>
          <p:cNvPr id="36" name="Conector: Angulado 35">
            <a:extLst>
              <a:ext uri="{FF2B5EF4-FFF2-40B4-BE49-F238E27FC236}">
                <a16:creationId xmlns:a16="http://schemas.microsoft.com/office/drawing/2014/main" id="{5C524333-1D92-BA9F-A12B-D88A272FAB08}"/>
              </a:ext>
            </a:extLst>
          </p:cNvPr>
          <p:cNvCxnSpPr>
            <a:cxnSpLocks/>
            <a:stCxn id="32" idx="1"/>
            <a:endCxn id="25" idx="2"/>
          </p:cNvCxnSpPr>
          <p:nvPr/>
        </p:nvCxnSpPr>
        <p:spPr>
          <a:xfrm rot="5400000" flipH="1" flipV="1">
            <a:off x="3236555" y="2416393"/>
            <a:ext cx="471787" cy="2706990"/>
          </a:xfrm>
          <a:prstGeom prst="bentConnector3">
            <a:avLst>
              <a:gd name="adj1" fmla="val 50000"/>
            </a:avLst>
          </a:prstGeom>
          <a:ln w="44450">
            <a:solidFill>
              <a:srgbClr val="FFC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73B1D334-140D-8766-9516-E3B8D115B1F1}"/>
              </a:ext>
            </a:extLst>
          </p:cNvPr>
          <p:cNvCxnSpPr>
            <a:cxnSpLocks/>
            <a:stCxn id="34" idx="1"/>
            <a:endCxn id="25" idx="2"/>
          </p:cNvCxnSpPr>
          <p:nvPr/>
        </p:nvCxnSpPr>
        <p:spPr>
          <a:xfrm rot="16200000" flipV="1">
            <a:off x="4953004" y="3406934"/>
            <a:ext cx="471787" cy="725908"/>
          </a:xfrm>
          <a:prstGeom prst="bentConnector3">
            <a:avLst>
              <a:gd name="adj1" fmla="val 50000"/>
            </a:avLst>
          </a:prstGeom>
          <a:ln w="44450">
            <a:solidFill>
              <a:srgbClr val="FFC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do 46">
            <a:extLst>
              <a:ext uri="{FF2B5EF4-FFF2-40B4-BE49-F238E27FC236}">
                <a16:creationId xmlns:a16="http://schemas.microsoft.com/office/drawing/2014/main" id="{C144ABD6-38F7-2063-0F05-9CFF90FFB00C}"/>
              </a:ext>
            </a:extLst>
          </p:cNvPr>
          <p:cNvCxnSpPr>
            <a:cxnSpLocks/>
            <a:stCxn id="33" idx="1"/>
            <a:endCxn id="25" idx="2"/>
          </p:cNvCxnSpPr>
          <p:nvPr/>
        </p:nvCxnSpPr>
        <p:spPr>
          <a:xfrm rot="5400000" flipH="1" flipV="1">
            <a:off x="4100493" y="3280331"/>
            <a:ext cx="471787" cy="979114"/>
          </a:xfrm>
          <a:prstGeom prst="bentConnector3">
            <a:avLst>
              <a:gd name="adj1" fmla="val 50000"/>
            </a:avLst>
          </a:prstGeom>
          <a:ln w="44450">
            <a:solidFill>
              <a:srgbClr val="FFC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7DA3955B-8B88-EBDA-753D-651D31FA8F7B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5460094" y="2141964"/>
            <a:ext cx="1704031" cy="1033636"/>
          </a:xfrm>
          <a:prstGeom prst="bentConnector3">
            <a:avLst/>
          </a:prstGeom>
          <a:ln w="44450">
            <a:solidFill>
              <a:srgbClr val="FFC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587E2E81-AB84-8F2B-0295-F6A8FA2E7539}"/>
              </a:ext>
            </a:extLst>
          </p:cNvPr>
          <p:cNvSpPr/>
          <p:nvPr/>
        </p:nvSpPr>
        <p:spPr>
          <a:xfrm>
            <a:off x="7192942" y="1031634"/>
            <a:ext cx="1311114" cy="2706788"/>
          </a:xfrm>
          <a:prstGeom prst="roundRect">
            <a:avLst>
              <a:gd name="adj" fmla="val 8434"/>
            </a:avLst>
          </a:prstGeom>
          <a:solidFill>
            <a:schemeClr val="bg1">
              <a:lumMod val="65000"/>
            </a:schemeClr>
          </a:solidFill>
          <a:ln w="476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C58C253E-0844-EAFE-CB57-F20B089139E9}"/>
              </a:ext>
            </a:extLst>
          </p:cNvPr>
          <p:cNvSpPr/>
          <p:nvPr/>
        </p:nvSpPr>
        <p:spPr>
          <a:xfrm>
            <a:off x="7521934" y="1103599"/>
            <a:ext cx="492751" cy="82857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476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0C53C321-508F-6721-9AF8-DFE08871BC0A}"/>
              </a:ext>
            </a:extLst>
          </p:cNvPr>
          <p:cNvSpPr/>
          <p:nvPr/>
        </p:nvSpPr>
        <p:spPr>
          <a:xfrm>
            <a:off x="8089900" y="1103599"/>
            <a:ext cx="95250" cy="83851"/>
          </a:xfrm>
          <a:prstGeom prst="ellipse">
            <a:avLst/>
          </a:prstGeom>
          <a:solidFill>
            <a:schemeClr val="bg1">
              <a:lumMod val="65000"/>
            </a:schemeClr>
          </a:solidFill>
          <a:ln w="4762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F0F39631-037E-0DB2-A330-699E2BC1FD20}"/>
              </a:ext>
            </a:extLst>
          </p:cNvPr>
          <p:cNvSpPr/>
          <p:nvPr/>
        </p:nvSpPr>
        <p:spPr>
          <a:xfrm>
            <a:off x="7199292" y="1239064"/>
            <a:ext cx="1311114" cy="2493008"/>
          </a:xfrm>
          <a:prstGeom prst="roundRect">
            <a:avLst>
              <a:gd name="adj" fmla="val 6981"/>
            </a:avLst>
          </a:prstGeom>
          <a:solidFill>
            <a:schemeClr val="bg1">
              <a:lumMod val="6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Tx/>
              <a:buChar char="-"/>
            </a:pPr>
            <a:r>
              <a:rPr lang="pt-BR" sz="1200" dirty="0" err="1"/>
              <a:t>Nro</a:t>
            </a:r>
            <a:r>
              <a:rPr lang="pt-BR" sz="1200" dirty="0"/>
              <a:t> PL</a:t>
            </a:r>
          </a:p>
          <a:p>
            <a:pPr marL="285750" indent="-285750">
              <a:buFontTx/>
              <a:buChar char="-"/>
            </a:pPr>
            <a:r>
              <a:rPr lang="pt-BR" sz="1200" dirty="0"/>
              <a:t>Resumo</a:t>
            </a:r>
          </a:p>
          <a:p>
            <a:pPr marL="285750" indent="-285750">
              <a:buFontTx/>
              <a:buChar char="-"/>
            </a:pPr>
            <a:r>
              <a:rPr lang="pt-BR" sz="1200" dirty="0"/>
              <a:t>Alertas</a:t>
            </a:r>
          </a:p>
          <a:p>
            <a:pPr marL="285750" indent="-285750">
              <a:buFontTx/>
              <a:buChar char="-"/>
            </a:pPr>
            <a:r>
              <a:rPr lang="pt-BR" sz="1200" dirty="0"/>
              <a:t>Sentimento da casa</a:t>
            </a:r>
          </a:p>
          <a:p>
            <a:pPr marL="285750" indent="-285750">
              <a:buFontTx/>
              <a:buChar char="-"/>
            </a:pPr>
            <a:r>
              <a:rPr lang="pt-BR" sz="1200" dirty="0"/>
              <a:t>Orientação Partido</a:t>
            </a:r>
          </a:p>
          <a:p>
            <a:pPr marL="285750" indent="-285750">
              <a:buFontTx/>
              <a:buChar char="-"/>
            </a:pPr>
            <a:r>
              <a:rPr lang="pt-BR" sz="1200" dirty="0"/>
              <a:t>Orientação Bancada</a:t>
            </a:r>
            <a:endParaRPr lang="en-GB" sz="1200" dirty="0"/>
          </a:p>
        </p:txBody>
      </p:sp>
      <p:sp>
        <p:nvSpPr>
          <p:cNvPr id="15" name="Espaço Reservado para Número de Slide 14">
            <a:extLst>
              <a:ext uri="{FF2B5EF4-FFF2-40B4-BE49-F238E27FC236}">
                <a16:creationId xmlns:a16="http://schemas.microsoft.com/office/drawing/2014/main" id="{6CFBC101-30ED-7FFF-9C47-5A0BA3E3E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553398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/>
          <p:cNvSpPr/>
          <p:nvPr/>
        </p:nvSpPr>
        <p:spPr>
          <a:xfrm>
            <a:off x="0" y="0"/>
            <a:ext cx="9144000" cy="5317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/>
          <p:cNvSpPr txBox="1"/>
          <p:nvPr/>
        </p:nvSpPr>
        <p:spPr>
          <a:xfrm>
            <a:off x="78430" y="116042"/>
            <a:ext cx="531495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>
                <a:solidFill>
                  <a:schemeClr val="bg1"/>
                </a:solidFill>
                <a:latin typeface="Arial Narrow" pitchFamily="34" charset="0"/>
              </a:rPr>
              <a:t>EXEMPLOS - 01</a:t>
            </a:r>
          </a:p>
        </p:txBody>
      </p:sp>
      <p:sp>
        <p:nvSpPr>
          <p:cNvPr id="5" name="Trapezoide 4">
            <a:extLst>
              <a:ext uri="{FF2B5EF4-FFF2-40B4-BE49-F238E27FC236}">
                <a16:creationId xmlns:a16="http://schemas.microsoft.com/office/drawing/2014/main" id="{17EE61EF-65DE-B95F-A877-88EFFB6108B9}"/>
              </a:ext>
            </a:extLst>
          </p:cNvPr>
          <p:cNvSpPr/>
          <p:nvPr/>
        </p:nvSpPr>
        <p:spPr>
          <a:xfrm rot="2700000">
            <a:off x="8540505" y="140926"/>
            <a:ext cx="808488" cy="156833"/>
          </a:xfrm>
          <a:prstGeom prst="trapezoid">
            <a:avLst>
              <a:gd name="adj" fmla="val 98731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apezoide 5">
            <a:extLst>
              <a:ext uri="{FF2B5EF4-FFF2-40B4-BE49-F238E27FC236}">
                <a16:creationId xmlns:a16="http://schemas.microsoft.com/office/drawing/2014/main" id="{3BE86588-F7CF-5567-08C2-540F5A636D4C}"/>
              </a:ext>
            </a:extLst>
          </p:cNvPr>
          <p:cNvSpPr/>
          <p:nvPr/>
        </p:nvSpPr>
        <p:spPr>
          <a:xfrm rot="2700000">
            <a:off x="8295752" y="242304"/>
            <a:ext cx="1095234" cy="156833"/>
          </a:xfrm>
          <a:prstGeom prst="trapezoid">
            <a:avLst>
              <a:gd name="adj" fmla="val 98731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FC6717A-D0E0-F5D3-5BC2-8202A8654879}"/>
              </a:ext>
            </a:extLst>
          </p:cNvPr>
          <p:cNvSpPr txBox="1"/>
          <p:nvPr/>
        </p:nvSpPr>
        <p:spPr>
          <a:xfrm>
            <a:off x="660957" y="813048"/>
            <a:ext cx="9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Tela Inicial</a:t>
            </a:r>
            <a:endParaRPr lang="en-GB" sz="1100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F911E9A-80B1-C674-83AC-76F00F3261DF}"/>
              </a:ext>
            </a:extLst>
          </p:cNvPr>
          <p:cNvSpPr txBox="1"/>
          <p:nvPr/>
        </p:nvSpPr>
        <p:spPr>
          <a:xfrm>
            <a:off x="2617459" y="841212"/>
            <a:ext cx="12753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Capa do projeto</a:t>
            </a:r>
            <a:endParaRPr lang="en-GB" sz="1100" dirty="0"/>
          </a:p>
        </p:txBody>
      </p: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835822F8-DC9A-4565-AFDC-87B4DBFEE875}"/>
              </a:ext>
            </a:extLst>
          </p:cNvPr>
          <p:cNvCxnSpPr>
            <a:cxnSpLocks/>
          </p:cNvCxnSpPr>
          <p:nvPr/>
        </p:nvCxnSpPr>
        <p:spPr>
          <a:xfrm flipV="1">
            <a:off x="945431" y="1849044"/>
            <a:ext cx="1405391" cy="494419"/>
          </a:xfrm>
          <a:prstGeom prst="bentConnector3">
            <a:avLst>
              <a:gd name="adj1" fmla="val 76858"/>
            </a:avLst>
          </a:prstGeom>
          <a:ln w="31750">
            <a:solidFill>
              <a:schemeClr val="tx2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079DD20D-2948-7283-6C27-20A1F0FE903B}"/>
              </a:ext>
            </a:extLst>
          </p:cNvPr>
          <p:cNvSpPr txBox="1"/>
          <p:nvPr/>
        </p:nvSpPr>
        <p:spPr>
          <a:xfrm>
            <a:off x="4659250" y="841212"/>
            <a:ext cx="12753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Detalhe do projeto</a:t>
            </a:r>
            <a:endParaRPr lang="en-GB" sz="1100" dirty="0"/>
          </a:p>
        </p:txBody>
      </p:sp>
      <p:cxnSp>
        <p:nvCxnSpPr>
          <p:cNvPr id="139" name="Conector: Angulado 138">
            <a:extLst>
              <a:ext uri="{FF2B5EF4-FFF2-40B4-BE49-F238E27FC236}">
                <a16:creationId xmlns:a16="http://schemas.microsoft.com/office/drawing/2014/main" id="{FB4D434C-3967-24E7-B835-B865EF377AEB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2868760" y="3756571"/>
            <a:ext cx="2241296" cy="470327"/>
          </a:xfrm>
          <a:prstGeom prst="bentConnector4">
            <a:avLst>
              <a:gd name="adj1" fmla="val 33148"/>
              <a:gd name="adj2" fmla="val 148604"/>
            </a:avLst>
          </a:prstGeom>
          <a:ln w="31750">
            <a:solidFill>
              <a:schemeClr val="tx2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: Angulado 154">
            <a:extLst>
              <a:ext uri="{FF2B5EF4-FFF2-40B4-BE49-F238E27FC236}">
                <a16:creationId xmlns:a16="http://schemas.microsoft.com/office/drawing/2014/main" id="{AB69419D-DB7F-04E0-CDCB-3C43ADFCD5B9}"/>
              </a:ext>
            </a:extLst>
          </p:cNvPr>
          <p:cNvCxnSpPr>
            <a:cxnSpLocks/>
          </p:cNvCxnSpPr>
          <p:nvPr/>
        </p:nvCxnSpPr>
        <p:spPr>
          <a:xfrm>
            <a:off x="5942412" y="3679855"/>
            <a:ext cx="1464495" cy="790380"/>
          </a:xfrm>
          <a:prstGeom prst="bentConnector4">
            <a:avLst>
              <a:gd name="adj1" fmla="val 21834"/>
              <a:gd name="adj2" fmla="val 128923"/>
            </a:avLst>
          </a:prstGeom>
          <a:ln w="31750">
            <a:solidFill>
              <a:schemeClr val="tx2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CaixaDeTexto 157">
            <a:extLst>
              <a:ext uri="{FF2B5EF4-FFF2-40B4-BE49-F238E27FC236}">
                <a16:creationId xmlns:a16="http://schemas.microsoft.com/office/drawing/2014/main" id="{2A8AE4EE-D04A-4651-C446-75A48B633938}"/>
              </a:ext>
            </a:extLst>
          </p:cNvPr>
          <p:cNvSpPr txBox="1"/>
          <p:nvPr/>
        </p:nvSpPr>
        <p:spPr>
          <a:xfrm>
            <a:off x="6701041" y="841212"/>
            <a:ext cx="12753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Resumo do projeto</a:t>
            </a:r>
            <a:endParaRPr lang="en-GB" sz="11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BBCC24-52FD-007E-B173-A5015084C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10</a:t>
            </a:fld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C446403-E085-F234-28A6-528B63A96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041" y="1355927"/>
            <a:ext cx="1558431" cy="286499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4A4F30B-EA62-F855-6593-78CE515ED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501" y="1412254"/>
            <a:ext cx="1523820" cy="281652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CB084080-880A-5976-C630-433F7911F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4671" y="1453918"/>
            <a:ext cx="1510769" cy="277298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233C6946-7273-11DA-3433-CDEE8771A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1360951"/>
            <a:ext cx="1645369" cy="30514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8D9CC-A8E1-EB3F-22AC-E161D9C06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F56E3E3C-76AB-598A-8CE4-D740E38B51EE}"/>
              </a:ext>
            </a:extLst>
          </p:cNvPr>
          <p:cNvSpPr/>
          <p:nvPr/>
        </p:nvSpPr>
        <p:spPr>
          <a:xfrm>
            <a:off x="0" y="0"/>
            <a:ext cx="9144000" cy="5317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786901A-EF3D-76EB-7B62-B4C516B17261}"/>
              </a:ext>
            </a:extLst>
          </p:cNvPr>
          <p:cNvSpPr txBox="1"/>
          <p:nvPr/>
        </p:nvSpPr>
        <p:spPr>
          <a:xfrm>
            <a:off x="78430" y="116042"/>
            <a:ext cx="531495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00" dirty="0">
                <a:solidFill>
                  <a:schemeClr val="bg1"/>
                </a:solidFill>
                <a:latin typeface="Arial Narrow" pitchFamily="34" charset="0"/>
              </a:rPr>
              <a:t>EXEMPLOS - 01</a:t>
            </a:r>
          </a:p>
        </p:txBody>
      </p:sp>
      <p:sp>
        <p:nvSpPr>
          <p:cNvPr id="5" name="Trapezoide 4">
            <a:extLst>
              <a:ext uri="{FF2B5EF4-FFF2-40B4-BE49-F238E27FC236}">
                <a16:creationId xmlns:a16="http://schemas.microsoft.com/office/drawing/2014/main" id="{443C9A95-E9B8-9C35-B4C2-9CD265127FC8}"/>
              </a:ext>
            </a:extLst>
          </p:cNvPr>
          <p:cNvSpPr/>
          <p:nvPr/>
        </p:nvSpPr>
        <p:spPr>
          <a:xfrm rot="2700000">
            <a:off x="8540505" y="140926"/>
            <a:ext cx="808488" cy="156833"/>
          </a:xfrm>
          <a:prstGeom prst="trapezoid">
            <a:avLst>
              <a:gd name="adj" fmla="val 98731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apezoide 5">
            <a:extLst>
              <a:ext uri="{FF2B5EF4-FFF2-40B4-BE49-F238E27FC236}">
                <a16:creationId xmlns:a16="http://schemas.microsoft.com/office/drawing/2014/main" id="{CD8899E0-68BF-0CD5-C3F7-18FD9DE635FC}"/>
              </a:ext>
            </a:extLst>
          </p:cNvPr>
          <p:cNvSpPr/>
          <p:nvPr/>
        </p:nvSpPr>
        <p:spPr>
          <a:xfrm rot="2700000">
            <a:off x="8295752" y="242304"/>
            <a:ext cx="1095234" cy="156833"/>
          </a:xfrm>
          <a:prstGeom prst="trapezoid">
            <a:avLst>
              <a:gd name="adj" fmla="val 98731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2" descr="Imagem relacionada">
            <a:extLst>
              <a:ext uri="{FF2B5EF4-FFF2-40B4-BE49-F238E27FC236}">
                <a16:creationId xmlns:a16="http://schemas.microsoft.com/office/drawing/2014/main" id="{9B54DEA4-07F6-42EE-A0FB-1BD11E5DB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018" y="1175521"/>
            <a:ext cx="1649967" cy="328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25CB50E-603F-28CF-0E82-49F1BDD4D5E5}"/>
              </a:ext>
            </a:extLst>
          </p:cNvPr>
          <p:cNvSpPr txBox="1"/>
          <p:nvPr/>
        </p:nvSpPr>
        <p:spPr>
          <a:xfrm>
            <a:off x="352124" y="1851414"/>
            <a:ext cx="1571754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1" dirty="0">
                <a:solidFill>
                  <a:srgbClr val="006600"/>
                </a:solidFill>
              </a:rPr>
              <a:t>PAUTA HOJE</a:t>
            </a:r>
          </a:p>
          <a:p>
            <a:r>
              <a:rPr lang="pt-BR" sz="800" b="1" dirty="0">
                <a:solidFill>
                  <a:srgbClr val="006600"/>
                </a:solidFill>
              </a:rPr>
              <a:t>PL 2630/23 – Censura</a:t>
            </a:r>
          </a:p>
          <a:p>
            <a:r>
              <a:rPr lang="pt-BR" sz="800" b="1" dirty="0">
                <a:solidFill>
                  <a:srgbClr val="006600"/>
                </a:solidFill>
              </a:rPr>
              <a:t>PL 8889/25 – Regulação Streaming</a:t>
            </a:r>
          </a:p>
          <a:p>
            <a:r>
              <a:rPr lang="pt-BR" sz="800" b="1" dirty="0">
                <a:solidFill>
                  <a:srgbClr val="006600"/>
                </a:solidFill>
              </a:rPr>
              <a:t>PL 4675/24 – Regulação Mercados Digitais</a:t>
            </a:r>
          </a:p>
          <a:p>
            <a:r>
              <a:rPr lang="pt-BR" sz="800" b="1" dirty="0">
                <a:solidFill>
                  <a:srgbClr val="006600"/>
                </a:solidFill>
              </a:rPr>
              <a:t>PL 5582/25 - Facções</a:t>
            </a:r>
          </a:p>
          <a:p>
            <a:r>
              <a:rPr lang="pt-BR" sz="800" b="1" dirty="0">
                <a:solidFill>
                  <a:srgbClr val="006600"/>
                </a:solidFill>
              </a:rPr>
              <a:t>PEC 231/19 – Fundos Constitucionais</a:t>
            </a:r>
          </a:p>
          <a:p>
            <a:r>
              <a:rPr lang="pt-BR" sz="800" b="1" dirty="0">
                <a:solidFill>
                  <a:srgbClr val="006600"/>
                </a:solidFill>
              </a:rPr>
              <a:t>PEC 18/25 – Segurança Publica</a:t>
            </a:r>
          </a:p>
          <a:p>
            <a:endParaRPr lang="pt-BR" sz="500" dirty="0"/>
          </a:p>
          <a:p>
            <a:endParaRPr lang="pt-BR" sz="500" dirty="0"/>
          </a:p>
          <a:p>
            <a:endParaRPr lang="en-GB" sz="5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2AF4720-3D3B-C0BA-5D3F-5747CF8B118A}"/>
              </a:ext>
            </a:extLst>
          </p:cNvPr>
          <p:cNvSpPr txBox="1"/>
          <p:nvPr/>
        </p:nvSpPr>
        <p:spPr>
          <a:xfrm>
            <a:off x="660957" y="813048"/>
            <a:ext cx="9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Tela Inicial</a:t>
            </a:r>
            <a:endParaRPr lang="en-GB" sz="1100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183CE34-C8BA-C524-C45D-9027FBC3D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556" y="1689772"/>
            <a:ext cx="269518" cy="26951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698E471-8490-4B30-AA82-8C45CA54F5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792" y="1741083"/>
            <a:ext cx="887468" cy="13960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727952F5-8FB6-8828-900F-58D98104E2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955" y="1547919"/>
            <a:ext cx="1483985" cy="200262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B693968-BC02-F60A-F66F-68F00DB51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06" y="1763396"/>
            <a:ext cx="327135" cy="94975"/>
          </a:xfrm>
          <a:prstGeom prst="rect">
            <a:avLst/>
          </a:prstGeom>
        </p:spPr>
      </p:pic>
      <p:pic>
        <p:nvPicPr>
          <p:cNvPr id="18" name="Picture 2" descr="Imagem relacionada">
            <a:extLst>
              <a:ext uri="{FF2B5EF4-FFF2-40B4-BE49-F238E27FC236}">
                <a16:creationId xmlns:a16="http://schemas.microsoft.com/office/drawing/2014/main" id="{4DB226BC-1BA7-C8A7-E920-F7262EF2A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653" y="1182478"/>
            <a:ext cx="1649967" cy="328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D18811BB-FCEE-C142-6823-03D1B51ED381}"/>
              </a:ext>
            </a:extLst>
          </p:cNvPr>
          <p:cNvSpPr txBox="1"/>
          <p:nvPr/>
        </p:nvSpPr>
        <p:spPr>
          <a:xfrm>
            <a:off x="2441759" y="1714834"/>
            <a:ext cx="1571754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 dirty="0">
                <a:solidFill>
                  <a:srgbClr val="006600"/>
                </a:solidFill>
              </a:rPr>
              <a:t>PL 8889/25 – Regulação Streaming</a:t>
            </a:r>
          </a:p>
          <a:p>
            <a:r>
              <a:rPr lang="pt-BR" sz="800" dirty="0">
                <a:solidFill>
                  <a:srgbClr val="006600"/>
                </a:solidFill>
              </a:rPr>
              <a:t>Publicação:18:11 (Há 23 minutos)</a:t>
            </a:r>
          </a:p>
          <a:p>
            <a:r>
              <a:rPr lang="pt-BR" sz="800" dirty="0">
                <a:solidFill>
                  <a:srgbClr val="006600"/>
                </a:solidFill>
              </a:rPr>
              <a:t>Texto Original: </a:t>
            </a:r>
            <a:r>
              <a:rPr lang="pt-BR" sz="800" dirty="0">
                <a:solidFill>
                  <a:srgbClr val="FF0000"/>
                </a:solidFill>
              </a:rPr>
              <a:t>NÃO</a:t>
            </a:r>
          </a:p>
          <a:p>
            <a:r>
              <a:rPr lang="pt-BR" sz="800" dirty="0">
                <a:solidFill>
                  <a:srgbClr val="006600"/>
                </a:solidFill>
              </a:rPr>
              <a:t>Regime de Urgência:</a:t>
            </a:r>
            <a:r>
              <a:rPr lang="pt-BR" sz="800" dirty="0">
                <a:solidFill>
                  <a:srgbClr val="FF0000"/>
                </a:solidFill>
              </a:rPr>
              <a:t> SIM</a:t>
            </a:r>
          </a:p>
          <a:p>
            <a:endParaRPr lang="pt-BR" sz="700" dirty="0">
              <a:solidFill>
                <a:srgbClr val="FF0000"/>
              </a:solidFill>
            </a:endParaRPr>
          </a:p>
          <a:p>
            <a:pPr algn="ctr"/>
            <a:r>
              <a:rPr lang="pt-BR" sz="800" b="1" dirty="0">
                <a:solidFill>
                  <a:srgbClr val="006600"/>
                </a:solidFill>
              </a:rPr>
              <a:t>Orientação do Partido</a:t>
            </a:r>
            <a:endParaRPr lang="pt-BR" sz="900" b="1" dirty="0">
              <a:solidFill>
                <a:srgbClr val="006600"/>
              </a:solidFill>
            </a:endParaRPr>
          </a:p>
          <a:p>
            <a:pPr algn="ctr"/>
            <a:endParaRPr lang="pt-BR" sz="900" b="1" dirty="0">
              <a:solidFill>
                <a:srgbClr val="006600"/>
              </a:solidFill>
            </a:endParaRPr>
          </a:p>
          <a:p>
            <a:pPr algn="ctr"/>
            <a:r>
              <a:rPr lang="pt-BR" sz="800" b="1" dirty="0">
                <a:solidFill>
                  <a:srgbClr val="006600"/>
                </a:solidFill>
              </a:rPr>
              <a:t>Orientação da Bancada</a:t>
            </a:r>
          </a:p>
          <a:p>
            <a:endParaRPr lang="pt-BR" sz="900" dirty="0"/>
          </a:p>
          <a:p>
            <a:pPr algn="ctr"/>
            <a:r>
              <a:rPr lang="pt-BR" sz="800" b="1" dirty="0">
                <a:solidFill>
                  <a:srgbClr val="006600"/>
                </a:solidFill>
              </a:rPr>
              <a:t>Sentimento da Casa</a:t>
            </a:r>
          </a:p>
          <a:p>
            <a:pPr algn="ctr"/>
            <a:endParaRPr lang="pt-BR" sz="800" b="1" dirty="0">
              <a:solidFill>
                <a:srgbClr val="006600"/>
              </a:solidFill>
            </a:endParaRPr>
          </a:p>
          <a:p>
            <a:pPr algn="ctr"/>
            <a:r>
              <a:rPr lang="pt-BR" sz="800" b="1" dirty="0">
                <a:solidFill>
                  <a:srgbClr val="006600"/>
                </a:solidFill>
              </a:rPr>
              <a:t>Sua percepção (escolha):</a:t>
            </a:r>
            <a:endParaRPr lang="en-GB" sz="500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ECFD6C6E-7154-A3F1-50C2-4B615610E2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590" y="1554876"/>
            <a:ext cx="1483985" cy="200262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25871214-73DF-1EF3-6362-7FA58E1AA3C2}"/>
              </a:ext>
            </a:extLst>
          </p:cNvPr>
          <p:cNvSpPr txBox="1"/>
          <p:nvPr/>
        </p:nvSpPr>
        <p:spPr>
          <a:xfrm>
            <a:off x="2617459" y="841212"/>
            <a:ext cx="12753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Capa do projeto</a:t>
            </a:r>
            <a:endParaRPr lang="en-GB" sz="1100" dirty="0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882CA5BD-42B6-E47F-921A-6A84AB61AB85}"/>
              </a:ext>
            </a:extLst>
          </p:cNvPr>
          <p:cNvSpPr/>
          <p:nvPr/>
        </p:nvSpPr>
        <p:spPr>
          <a:xfrm>
            <a:off x="2562452" y="2621649"/>
            <a:ext cx="404034" cy="9497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/>
              <a:t>SIM</a:t>
            </a:r>
            <a:endParaRPr lang="en-GB" sz="500" dirty="0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4A7EFD52-1C73-4E2C-2628-61C06333E3A1}"/>
              </a:ext>
            </a:extLst>
          </p:cNvPr>
          <p:cNvSpPr/>
          <p:nvPr/>
        </p:nvSpPr>
        <p:spPr>
          <a:xfrm>
            <a:off x="2998382" y="2621649"/>
            <a:ext cx="455165" cy="9497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/>
              <a:t>NEUTRA</a:t>
            </a:r>
            <a:endParaRPr lang="en-GB" sz="500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C7C3E34D-036C-5DE2-DC0A-9D6E977CCE2F}"/>
              </a:ext>
            </a:extLst>
          </p:cNvPr>
          <p:cNvSpPr/>
          <p:nvPr/>
        </p:nvSpPr>
        <p:spPr>
          <a:xfrm>
            <a:off x="3488730" y="2621649"/>
            <a:ext cx="404034" cy="94975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/>
              <a:t>NÃO</a:t>
            </a:r>
            <a:endParaRPr lang="en-GB" sz="500" dirty="0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8336A36E-E666-BEA1-364C-6985C617FF6F}"/>
              </a:ext>
            </a:extLst>
          </p:cNvPr>
          <p:cNvSpPr/>
          <p:nvPr/>
        </p:nvSpPr>
        <p:spPr>
          <a:xfrm>
            <a:off x="2562452" y="2896769"/>
            <a:ext cx="404034" cy="9497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/>
              <a:t>SIM</a:t>
            </a:r>
            <a:endParaRPr lang="en-GB" sz="500" dirty="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0319F5C8-EE56-5C03-DC23-F9242485697D}"/>
              </a:ext>
            </a:extLst>
          </p:cNvPr>
          <p:cNvSpPr/>
          <p:nvPr/>
        </p:nvSpPr>
        <p:spPr>
          <a:xfrm>
            <a:off x="2998382" y="2896769"/>
            <a:ext cx="455165" cy="94975"/>
          </a:xfrm>
          <a:prstGeom prst="roundRect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>
                <a:solidFill>
                  <a:schemeClr val="tx1"/>
                </a:solidFill>
              </a:rPr>
              <a:t>NEUTRA</a:t>
            </a:r>
            <a:endParaRPr lang="en-GB" sz="500" dirty="0">
              <a:solidFill>
                <a:schemeClr val="tx1"/>
              </a:solidFill>
            </a:endParaRP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0639F89D-D972-1177-417D-E246A01B7117}"/>
              </a:ext>
            </a:extLst>
          </p:cNvPr>
          <p:cNvSpPr/>
          <p:nvPr/>
        </p:nvSpPr>
        <p:spPr>
          <a:xfrm>
            <a:off x="3488730" y="2896769"/>
            <a:ext cx="404034" cy="9497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/>
              <a:t>NÃO</a:t>
            </a:r>
            <a:endParaRPr lang="en-GB" sz="500" dirty="0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BA9F539F-9E30-F1AA-96FA-311897947E45}"/>
              </a:ext>
            </a:extLst>
          </p:cNvPr>
          <p:cNvSpPr/>
          <p:nvPr/>
        </p:nvSpPr>
        <p:spPr>
          <a:xfrm>
            <a:off x="2566896" y="3124047"/>
            <a:ext cx="404034" cy="9497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/>
              <a:t>SIM</a:t>
            </a:r>
            <a:endParaRPr lang="en-GB" sz="500" dirty="0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E05A055F-C6A1-181D-65CE-3C7199D1B4F5}"/>
              </a:ext>
            </a:extLst>
          </p:cNvPr>
          <p:cNvSpPr/>
          <p:nvPr/>
        </p:nvSpPr>
        <p:spPr>
          <a:xfrm>
            <a:off x="3002826" y="3124047"/>
            <a:ext cx="455165" cy="9497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/>
              <a:t>NEUTRA</a:t>
            </a:r>
            <a:endParaRPr lang="en-GB" sz="500" dirty="0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6E88ACD2-0E2E-D500-AAA4-87CF2A74D0B0}"/>
              </a:ext>
            </a:extLst>
          </p:cNvPr>
          <p:cNvSpPr/>
          <p:nvPr/>
        </p:nvSpPr>
        <p:spPr>
          <a:xfrm>
            <a:off x="3493174" y="3124047"/>
            <a:ext cx="404034" cy="94975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/>
              <a:t>NÃO</a:t>
            </a:r>
            <a:endParaRPr lang="en-GB" sz="500" dirty="0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78A29C61-7462-D2EF-F96B-164409982B01}"/>
              </a:ext>
            </a:extLst>
          </p:cNvPr>
          <p:cNvSpPr/>
          <p:nvPr/>
        </p:nvSpPr>
        <p:spPr>
          <a:xfrm>
            <a:off x="2562452" y="3383910"/>
            <a:ext cx="404034" cy="94975"/>
          </a:xfrm>
          <a:prstGeom prst="roundRect">
            <a:avLst/>
          </a:prstGeom>
          <a:solidFill>
            <a:srgbClr val="92D050"/>
          </a:solidFill>
          <a:ln>
            <a:solidFill>
              <a:srgbClr val="00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/>
              <a:t>SIM</a:t>
            </a:r>
            <a:endParaRPr lang="en-GB" sz="500" dirty="0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42033ED6-0292-2152-C4F5-97D9BD0A734B}"/>
              </a:ext>
            </a:extLst>
          </p:cNvPr>
          <p:cNvSpPr/>
          <p:nvPr/>
        </p:nvSpPr>
        <p:spPr>
          <a:xfrm>
            <a:off x="2998382" y="3383910"/>
            <a:ext cx="455165" cy="94975"/>
          </a:xfrm>
          <a:prstGeom prst="roundRect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>
                <a:solidFill>
                  <a:schemeClr val="tx1"/>
                </a:solidFill>
              </a:rPr>
              <a:t>NEUTRA</a:t>
            </a:r>
            <a:endParaRPr lang="en-GB" sz="500" dirty="0">
              <a:solidFill>
                <a:schemeClr val="tx1"/>
              </a:solidFill>
            </a:endParaRP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0CB4DEE5-2A68-5D15-469C-6C4094DA944A}"/>
              </a:ext>
            </a:extLst>
          </p:cNvPr>
          <p:cNvSpPr/>
          <p:nvPr/>
        </p:nvSpPr>
        <p:spPr>
          <a:xfrm>
            <a:off x="3488730" y="3383910"/>
            <a:ext cx="404034" cy="94975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/>
              <a:t>NÃO</a:t>
            </a:r>
            <a:endParaRPr lang="en-GB" sz="500" dirty="0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D220DD0A-ED9F-C993-35DC-FFF9C00C7CCF}"/>
              </a:ext>
            </a:extLst>
          </p:cNvPr>
          <p:cNvSpPr/>
          <p:nvPr/>
        </p:nvSpPr>
        <p:spPr>
          <a:xfrm>
            <a:off x="2575857" y="3603139"/>
            <a:ext cx="585806" cy="153432"/>
          </a:xfrm>
          <a:prstGeom prst="roundRect">
            <a:avLst/>
          </a:prstGeom>
          <a:solidFill>
            <a:schemeClr val="accent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/>
              <a:t>VER DETALHES</a:t>
            </a:r>
            <a:endParaRPr lang="en-GB" sz="500" dirty="0"/>
          </a:p>
        </p:txBody>
      </p: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11E782D8-A7B1-BA50-9BF0-AC45D01034C6}"/>
              </a:ext>
            </a:extLst>
          </p:cNvPr>
          <p:cNvCxnSpPr>
            <a:cxnSpLocks/>
          </p:cNvCxnSpPr>
          <p:nvPr/>
        </p:nvCxnSpPr>
        <p:spPr>
          <a:xfrm flipV="1">
            <a:off x="945431" y="1849044"/>
            <a:ext cx="1405391" cy="494419"/>
          </a:xfrm>
          <a:prstGeom prst="bentConnector3">
            <a:avLst>
              <a:gd name="adj1" fmla="val 76858"/>
            </a:avLst>
          </a:prstGeom>
          <a:ln w="31750">
            <a:solidFill>
              <a:schemeClr val="tx2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Picture 2" descr="Imagem relacionada">
            <a:extLst>
              <a:ext uri="{FF2B5EF4-FFF2-40B4-BE49-F238E27FC236}">
                <a16:creationId xmlns:a16="http://schemas.microsoft.com/office/drawing/2014/main" id="{9D890BF1-DC69-17AE-545D-D9C15084C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288" y="1182478"/>
            <a:ext cx="1649967" cy="328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CaixaDeTexto 47">
            <a:extLst>
              <a:ext uri="{FF2B5EF4-FFF2-40B4-BE49-F238E27FC236}">
                <a16:creationId xmlns:a16="http://schemas.microsoft.com/office/drawing/2014/main" id="{F58BA586-57B6-3F5E-7DF9-4D7F230BC2BD}"/>
              </a:ext>
            </a:extLst>
          </p:cNvPr>
          <p:cNvSpPr txBox="1"/>
          <p:nvPr/>
        </p:nvSpPr>
        <p:spPr>
          <a:xfrm>
            <a:off x="4531394" y="1714834"/>
            <a:ext cx="15717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 dirty="0">
                <a:solidFill>
                  <a:srgbClr val="006600"/>
                </a:solidFill>
              </a:rPr>
              <a:t>PL 8889/25 – Regulação Streaming</a:t>
            </a:r>
          </a:p>
          <a:p>
            <a:r>
              <a:rPr lang="pt-BR" sz="800" dirty="0">
                <a:solidFill>
                  <a:srgbClr val="006600"/>
                </a:solidFill>
              </a:rPr>
              <a:t>Este projeto tem os seguintes alertas:</a:t>
            </a:r>
          </a:p>
        </p:txBody>
      </p:sp>
      <p:pic>
        <p:nvPicPr>
          <p:cNvPr id="49" name="Imagem 48">
            <a:extLst>
              <a:ext uri="{FF2B5EF4-FFF2-40B4-BE49-F238E27FC236}">
                <a16:creationId xmlns:a16="http://schemas.microsoft.com/office/drawing/2014/main" id="{74F00634-DE22-DEAB-0743-896401E518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3225" y="1554876"/>
            <a:ext cx="1483985" cy="200262"/>
          </a:xfrm>
          <a:prstGeom prst="rect">
            <a:avLst/>
          </a:prstGeom>
        </p:spPr>
      </p:pic>
      <p:sp>
        <p:nvSpPr>
          <p:cNvPr id="50" name="CaixaDeTexto 49">
            <a:extLst>
              <a:ext uri="{FF2B5EF4-FFF2-40B4-BE49-F238E27FC236}">
                <a16:creationId xmlns:a16="http://schemas.microsoft.com/office/drawing/2014/main" id="{B7FBD0D2-56A6-BA4B-1CDF-9CED3EF41C51}"/>
              </a:ext>
            </a:extLst>
          </p:cNvPr>
          <p:cNvSpPr txBox="1"/>
          <p:nvPr/>
        </p:nvSpPr>
        <p:spPr>
          <a:xfrm>
            <a:off x="4659250" y="841212"/>
            <a:ext cx="12753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Detalhe do projeto</a:t>
            </a:r>
            <a:endParaRPr lang="en-GB" sz="1100" dirty="0"/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AD437100-78C3-3CE3-A43F-024DCD120571}"/>
              </a:ext>
            </a:extLst>
          </p:cNvPr>
          <p:cNvSpPr/>
          <p:nvPr/>
        </p:nvSpPr>
        <p:spPr>
          <a:xfrm>
            <a:off x="5356606" y="3603139"/>
            <a:ext cx="585806" cy="153432"/>
          </a:xfrm>
          <a:prstGeom prst="roundRect">
            <a:avLst/>
          </a:prstGeom>
          <a:solidFill>
            <a:schemeClr val="accent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/>
              <a:t>VER RESUMO</a:t>
            </a:r>
            <a:endParaRPr lang="en-GB" sz="500" dirty="0"/>
          </a:p>
        </p:txBody>
      </p:sp>
      <p:sp>
        <p:nvSpPr>
          <p:cNvPr id="128" name="Retângulo: Cantos Arredondados 127">
            <a:extLst>
              <a:ext uri="{FF2B5EF4-FFF2-40B4-BE49-F238E27FC236}">
                <a16:creationId xmlns:a16="http://schemas.microsoft.com/office/drawing/2014/main" id="{75114ABA-723F-00FA-5552-EDF08AE75A0B}"/>
              </a:ext>
            </a:extLst>
          </p:cNvPr>
          <p:cNvSpPr/>
          <p:nvPr/>
        </p:nvSpPr>
        <p:spPr>
          <a:xfrm>
            <a:off x="3306958" y="3603139"/>
            <a:ext cx="585806" cy="153432"/>
          </a:xfrm>
          <a:prstGeom prst="roundRect">
            <a:avLst/>
          </a:prstGeom>
          <a:solidFill>
            <a:schemeClr val="accent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/>
              <a:t>VER RESUMO</a:t>
            </a:r>
            <a:endParaRPr lang="en-GB" sz="500" dirty="0"/>
          </a:p>
        </p:txBody>
      </p:sp>
      <p:sp>
        <p:nvSpPr>
          <p:cNvPr id="130" name="CaixaDeTexto 129">
            <a:extLst>
              <a:ext uri="{FF2B5EF4-FFF2-40B4-BE49-F238E27FC236}">
                <a16:creationId xmlns:a16="http://schemas.microsoft.com/office/drawing/2014/main" id="{73EAFF36-0845-3D26-3162-25BD22ADE706}"/>
              </a:ext>
            </a:extLst>
          </p:cNvPr>
          <p:cNvSpPr txBox="1"/>
          <p:nvPr/>
        </p:nvSpPr>
        <p:spPr>
          <a:xfrm>
            <a:off x="4524750" y="2209236"/>
            <a:ext cx="11317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solidFill>
                  <a:srgbClr val="006600"/>
                </a:solidFill>
              </a:rPr>
              <a:t>Criação de Impostos:</a:t>
            </a:r>
          </a:p>
          <a:p>
            <a:r>
              <a:rPr lang="pt-BR" sz="800" dirty="0">
                <a:solidFill>
                  <a:srgbClr val="006600"/>
                </a:solidFill>
              </a:rPr>
              <a:t>Aumento do Estado:</a:t>
            </a:r>
          </a:p>
          <a:p>
            <a:r>
              <a:rPr lang="pt-BR" sz="800" dirty="0">
                <a:solidFill>
                  <a:srgbClr val="006600"/>
                </a:solidFill>
              </a:rPr>
              <a:t>Censura &amp; Regulação:</a:t>
            </a:r>
          </a:p>
          <a:p>
            <a:r>
              <a:rPr lang="pt-BR" sz="800" dirty="0">
                <a:solidFill>
                  <a:srgbClr val="006600"/>
                </a:solidFill>
              </a:rPr>
              <a:t>Cartel &amp; Monopólio:</a:t>
            </a:r>
          </a:p>
          <a:p>
            <a:r>
              <a:rPr lang="pt-BR" sz="800" dirty="0">
                <a:solidFill>
                  <a:srgbClr val="006600"/>
                </a:solidFill>
              </a:rPr>
              <a:t>Benefício Social:</a:t>
            </a:r>
          </a:p>
          <a:p>
            <a:r>
              <a:rPr lang="pt-BR" sz="800" dirty="0">
                <a:solidFill>
                  <a:srgbClr val="006600"/>
                </a:solidFill>
              </a:rPr>
              <a:t>Ecologia &amp; </a:t>
            </a:r>
            <a:r>
              <a:rPr lang="pt-BR" sz="800" dirty="0" err="1">
                <a:solidFill>
                  <a:srgbClr val="006600"/>
                </a:solidFill>
              </a:rPr>
              <a:t>Sustentab</a:t>
            </a:r>
            <a:r>
              <a:rPr lang="pt-BR" sz="800" dirty="0">
                <a:solidFill>
                  <a:srgbClr val="006600"/>
                </a:solidFill>
              </a:rPr>
              <a:t>.:</a:t>
            </a:r>
          </a:p>
          <a:p>
            <a:r>
              <a:rPr lang="pt-BR" sz="800" dirty="0">
                <a:solidFill>
                  <a:srgbClr val="006600"/>
                </a:solidFill>
              </a:rPr>
              <a:t>Avança competências:</a:t>
            </a:r>
          </a:p>
          <a:p>
            <a:endParaRPr lang="en-GB" sz="800" dirty="0">
              <a:solidFill>
                <a:srgbClr val="006600"/>
              </a:solidFill>
            </a:endParaRPr>
          </a:p>
        </p:txBody>
      </p:sp>
      <p:sp>
        <p:nvSpPr>
          <p:cNvPr id="131" name="CaixaDeTexto 130">
            <a:extLst>
              <a:ext uri="{FF2B5EF4-FFF2-40B4-BE49-F238E27FC236}">
                <a16:creationId xmlns:a16="http://schemas.microsoft.com/office/drawing/2014/main" id="{9F106C73-2962-B09E-4654-7AA2936438B7}"/>
              </a:ext>
            </a:extLst>
          </p:cNvPr>
          <p:cNvSpPr txBox="1"/>
          <p:nvPr/>
        </p:nvSpPr>
        <p:spPr>
          <a:xfrm>
            <a:off x="5665457" y="2209236"/>
            <a:ext cx="4396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800" dirty="0">
                <a:solidFill>
                  <a:srgbClr val="FF0000"/>
                </a:solidFill>
              </a:rPr>
              <a:t>Alta</a:t>
            </a:r>
          </a:p>
          <a:p>
            <a:pPr algn="just"/>
            <a:r>
              <a:rPr lang="pt-BR" sz="800" dirty="0">
                <a:solidFill>
                  <a:schemeClr val="accent6">
                    <a:lumMod val="75000"/>
                  </a:schemeClr>
                </a:solidFill>
              </a:rPr>
              <a:t>Mod.</a:t>
            </a:r>
          </a:p>
          <a:p>
            <a:pPr algn="just"/>
            <a:r>
              <a:rPr lang="pt-BR" sz="800" dirty="0"/>
              <a:t>Alta</a:t>
            </a:r>
          </a:p>
          <a:p>
            <a:pPr algn="just"/>
            <a:r>
              <a:rPr lang="pt-BR" sz="800" dirty="0">
                <a:solidFill>
                  <a:srgbClr val="FF0000"/>
                </a:solidFill>
              </a:rPr>
              <a:t>Mod</a:t>
            </a:r>
            <a:r>
              <a:rPr lang="pt-BR" sz="800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algn="just"/>
            <a:r>
              <a:rPr lang="pt-BR" sz="800" dirty="0">
                <a:solidFill>
                  <a:srgbClr val="006600"/>
                </a:solidFill>
              </a:rPr>
              <a:t>Ind.</a:t>
            </a:r>
          </a:p>
          <a:p>
            <a:pPr algn="just"/>
            <a:r>
              <a:rPr lang="pt-BR" sz="800" dirty="0">
                <a:solidFill>
                  <a:srgbClr val="006600"/>
                </a:solidFill>
              </a:rPr>
              <a:t>Ind.</a:t>
            </a:r>
          </a:p>
          <a:p>
            <a:pPr algn="just"/>
            <a:r>
              <a:rPr lang="pt-BR" sz="800" dirty="0">
                <a:solidFill>
                  <a:srgbClr val="006600"/>
                </a:solidFill>
              </a:rPr>
              <a:t>Ind.</a:t>
            </a:r>
            <a:endParaRPr lang="en-GB" sz="800" dirty="0">
              <a:solidFill>
                <a:srgbClr val="006600"/>
              </a:solidFill>
            </a:endParaRPr>
          </a:p>
        </p:txBody>
      </p:sp>
      <p:sp>
        <p:nvSpPr>
          <p:cNvPr id="136" name="Retângulo: Cantos Arredondados 135">
            <a:extLst>
              <a:ext uri="{FF2B5EF4-FFF2-40B4-BE49-F238E27FC236}">
                <a16:creationId xmlns:a16="http://schemas.microsoft.com/office/drawing/2014/main" id="{F3D3E58A-F4F8-CBC1-35B9-200E94DB5C1C}"/>
              </a:ext>
            </a:extLst>
          </p:cNvPr>
          <p:cNvSpPr/>
          <p:nvPr/>
        </p:nvSpPr>
        <p:spPr>
          <a:xfrm>
            <a:off x="4708453" y="3603139"/>
            <a:ext cx="585806" cy="153432"/>
          </a:xfrm>
          <a:prstGeom prst="roundRect">
            <a:avLst/>
          </a:prstGeom>
          <a:solidFill>
            <a:schemeClr val="accent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/>
              <a:t>VOLTAR</a:t>
            </a:r>
            <a:endParaRPr lang="en-GB" sz="500" dirty="0"/>
          </a:p>
        </p:txBody>
      </p:sp>
      <p:sp>
        <p:nvSpPr>
          <p:cNvPr id="137" name="Retângulo: Cantos Arredondados 136">
            <a:extLst>
              <a:ext uri="{FF2B5EF4-FFF2-40B4-BE49-F238E27FC236}">
                <a16:creationId xmlns:a16="http://schemas.microsoft.com/office/drawing/2014/main" id="{7666BE82-976C-9701-6EC0-DA30D7959569}"/>
              </a:ext>
            </a:extLst>
          </p:cNvPr>
          <p:cNvSpPr/>
          <p:nvPr/>
        </p:nvSpPr>
        <p:spPr>
          <a:xfrm>
            <a:off x="4701777" y="3240999"/>
            <a:ext cx="1225871" cy="94975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/>
              <a:t>VER ALTAS</a:t>
            </a:r>
            <a:endParaRPr lang="en-GB" sz="500" dirty="0"/>
          </a:p>
        </p:txBody>
      </p:sp>
      <p:sp>
        <p:nvSpPr>
          <p:cNvPr id="138" name="Retângulo: Cantos Arredondados 137">
            <a:extLst>
              <a:ext uri="{FF2B5EF4-FFF2-40B4-BE49-F238E27FC236}">
                <a16:creationId xmlns:a16="http://schemas.microsoft.com/office/drawing/2014/main" id="{EC49DFEE-9651-7AC1-E476-4721C15361CE}"/>
              </a:ext>
            </a:extLst>
          </p:cNvPr>
          <p:cNvSpPr/>
          <p:nvPr/>
        </p:nvSpPr>
        <p:spPr>
          <a:xfrm>
            <a:off x="4701777" y="3383911"/>
            <a:ext cx="1225871" cy="90372"/>
          </a:xfrm>
          <a:prstGeom prst="roundRect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>
                <a:solidFill>
                  <a:schemeClr val="tx1"/>
                </a:solidFill>
              </a:rPr>
              <a:t>VER MODERADAS</a:t>
            </a:r>
            <a:endParaRPr lang="en-GB" sz="500" dirty="0">
              <a:solidFill>
                <a:schemeClr val="tx1"/>
              </a:solidFill>
            </a:endParaRPr>
          </a:p>
        </p:txBody>
      </p:sp>
      <p:cxnSp>
        <p:nvCxnSpPr>
          <p:cNvPr id="139" name="Conector: Angulado 138">
            <a:extLst>
              <a:ext uri="{FF2B5EF4-FFF2-40B4-BE49-F238E27FC236}">
                <a16:creationId xmlns:a16="http://schemas.microsoft.com/office/drawing/2014/main" id="{FF82B2D1-4B38-9B6E-6D71-73996D32C12E}"/>
              </a:ext>
            </a:extLst>
          </p:cNvPr>
          <p:cNvCxnSpPr>
            <a:cxnSpLocks/>
            <a:stCxn id="42" idx="2"/>
            <a:endCxn id="47" idx="2"/>
          </p:cNvCxnSpPr>
          <p:nvPr/>
        </p:nvCxnSpPr>
        <p:spPr>
          <a:xfrm rot="16200000" flipH="1">
            <a:off x="3736184" y="2889147"/>
            <a:ext cx="713664" cy="2448512"/>
          </a:xfrm>
          <a:prstGeom prst="bentConnector3">
            <a:avLst>
              <a:gd name="adj1" fmla="val 132032"/>
            </a:avLst>
          </a:prstGeom>
          <a:ln w="31750">
            <a:solidFill>
              <a:schemeClr val="tx2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6" name="Picture 2" descr="Imagem relacionada">
            <a:extLst>
              <a:ext uri="{FF2B5EF4-FFF2-40B4-BE49-F238E27FC236}">
                <a16:creationId xmlns:a16="http://schemas.microsoft.com/office/drawing/2014/main" id="{7ABE5487-912F-43C6-B838-E361EA826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923" y="1182478"/>
            <a:ext cx="1649967" cy="3287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07A7DBA3-4F98-9918-2084-3424B20BBBC8}"/>
              </a:ext>
            </a:extLst>
          </p:cNvPr>
          <p:cNvSpPr txBox="1"/>
          <p:nvPr/>
        </p:nvSpPr>
        <p:spPr>
          <a:xfrm>
            <a:off x="6621029" y="1714834"/>
            <a:ext cx="15717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 dirty="0">
                <a:solidFill>
                  <a:srgbClr val="006600"/>
                </a:solidFill>
              </a:rPr>
              <a:t>PL 8889/25 – Regulação Streaming</a:t>
            </a:r>
          </a:p>
          <a:p>
            <a:r>
              <a:rPr lang="pt-BR" sz="800" dirty="0">
                <a:solidFill>
                  <a:srgbClr val="006600"/>
                </a:solidFill>
              </a:rPr>
              <a:t>O projeto deveria regulamentar plataformas como Netflix, Disney, etc., em relação a operação, tributos, requisito mínimo para atendimento a público, porém também cria um imposto e uma agencia que podem atrapalhar a prestação. Os pontos de alerta s ..(continua)</a:t>
            </a:r>
          </a:p>
        </p:txBody>
      </p:sp>
      <p:pic>
        <p:nvPicPr>
          <p:cNvPr id="148" name="Imagem 147">
            <a:extLst>
              <a:ext uri="{FF2B5EF4-FFF2-40B4-BE49-F238E27FC236}">
                <a16:creationId xmlns:a16="http://schemas.microsoft.com/office/drawing/2014/main" id="{38624D1C-5227-A0CF-C2F7-49D4F1A07F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2860" y="1554876"/>
            <a:ext cx="1483985" cy="200262"/>
          </a:xfrm>
          <a:prstGeom prst="rect">
            <a:avLst/>
          </a:prstGeom>
        </p:spPr>
      </p:pic>
      <p:sp>
        <p:nvSpPr>
          <p:cNvPr id="149" name="Retângulo: Cantos Arredondados 148">
            <a:extLst>
              <a:ext uri="{FF2B5EF4-FFF2-40B4-BE49-F238E27FC236}">
                <a16:creationId xmlns:a16="http://schemas.microsoft.com/office/drawing/2014/main" id="{866453F4-4AC2-8DF1-D282-376A95778E61}"/>
              </a:ext>
            </a:extLst>
          </p:cNvPr>
          <p:cNvSpPr/>
          <p:nvPr/>
        </p:nvSpPr>
        <p:spPr>
          <a:xfrm>
            <a:off x="7446241" y="3603139"/>
            <a:ext cx="585806" cy="153432"/>
          </a:xfrm>
          <a:prstGeom prst="roundRect">
            <a:avLst/>
          </a:prstGeom>
          <a:solidFill>
            <a:schemeClr val="accent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/>
              <a:t>VER RESUMO</a:t>
            </a:r>
            <a:endParaRPr lang="en-GB" sz="500" dirty="0"/>
          </a:p>
        </p:txBody>
      </p:sp>
      <p:sp>
        <p:nvSpPr>
          <p:cNvPr id="152" name="Retângulo: Cantos Arredondados 151">
            <a:extLst>
              <a:ext uri="{FF2B5EF4-FFF2-40B4-BE49-F238E27FC236}">
                <a16:creationId xmlns:a16="http://schemas.microsoft.com/office/drawing/2014/main" id="{640D639A-B66A-7C90-54E4-E0BC13F56AA8}"/>
              </a:ext>
            </a:extLst>
          </p:cNvPr>
          <p:cNvSpPr/>
          <p:nvPr/>
        </p:nvSpPr>
        <p:spPr>
          <a:xfrm>
            <a:off x="6798088" y="3603139"/>
            <a:ext cx="585806" cy="153432"/>
          </a:xfrm>
          <a:prstGeom prst="roundRect">
            <a:avLst/>
          </a:prstGeom>
          <a:solidFill>
            <a:schemeClr val="accent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/>
              <a:t>VOLTAR</a:t>
            </a:r>
            <a:endParaRPr lang="en-GB" sz="500" dirty="0"/>
          </a:p>
        </p:txBody>
      </p:sp>
      <p:sp>
        <p:nvSpPr>
          <p:cNvPr id="153" name="Retângulo: Cantos Arredondados 152">
            <a:extLst>
              <a:ext uri="{FF2B5EF4-FFF2-40B4-BE49-F238E27FC236}">
                <a16:creationId xmlns:a16="http://schemas.microsoft.com/office/drawing/2014/main" id="{ACD67D9C-0292-84BA-FE6D-3AA516743095}"/>
              </a:ext>
            </a:extLst>
          </p:cNvPr>
          <p:cNvSpPr/>
          <p:nvPr/>
        </p:nvSpPr>
        <p:spPr>
          <a:xfrm>
            <a:off x="6791412" y="3240999"/>
            <a:ext cx="1225871" cy="94975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/>
              <a:t>VER ALTAS</a:t>
            </a:r>
            <a:endParaRPr lang="en-GB" sz="500" dirty="0"/>
          </a:p>
        </p:txBody>
      </p:sp>
      <p:sp>
        <p:nvSpPr>
          <p:cNvPr id="154" name="Retângulo: Cantos Arredondados 153">
            <a:extLst>
              <a:ext uri="{FF2B5EF4-FFF2-40B4-BE49-F238E27FC236}">
                <a16:creationId xmlns:a16="http://schemas.microsoft.com/office/drawing/2014/main" id="{99EF3F31-98AB-EFC9-A4AC-10FF00168B5C}"/>
              </a:ext>
            </a:extLst>
          </p:cNvPr>
          <p:cNvSpPr/>
          <p:nvPr/>
        </p:nvSpPr>
        <p:spPr>
          <a:xfrm>
            <a:off x="6791412" y="3383911"/>
            <a:ext cx="1225871" cy="90372"/>
          </a:xfrm>
          <a:prstGeom prst="roundRect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00" dirty="0">
                <a:solidFill>
                  <a:schemeClr val="tx1"/>
                </a:solidFill>
              </a:rPr>
              <a:t>VER MODERADAS</a:t>
            </a:r>
            <a:endParaRPr lang="en-GB" sz="500" dirty="0">
              <a:solidFill>
                <a:schemeClr val="tx1"/>
              </a:solidFill>
            </a:endParaRPr>
          </a:p>
        </p:txBody>
      </p:sp>
      <p:cxnSp>
        <p:nvCxnSpPr>
          <p:cNvPr id="155" name="Conector: Angulado 154">
            <a:extLst>
              <a:ext uri="{FF2B5EF4-FFF2-40B4-BE49-F238E27FC236}">
                <a16:creationId xmlns:a16="http://schemas.microsoft.com/office/drawing/2014/main" id="{D53BFE73-2D95-29EB-94B3-408000819B66}"/>
              </a:ext>
            </a:extLst>
          </p:cNvPr>
          <p:cNvCxnSpPr>
            <a:cxnSpLocks/>
            <a:stCxn id="63" idx="3"/>
            <a:endCxn id="146" idx="2"/>
          </p:cNvCxnSpPr>
          <p:nvPr/>
        </p:nvCxnSpPr>
        <p:spPr>
          <a:xfrm>
            <a:off x="5942412" y="3679855"/>
            <a:ext cx="1464495" cy="790380"/>
          </a:xfrm>
          <a:prstGeom prst="bentConnector4">
            <a:avLst>
              <a:gd name="adj1" fmla="val 21834"/>
              <a:gd name="adj2" fmla="val 128923"/>
            </a:avLst>
          </a:prstGeom>
          <a:ln w="31750">
            <a:solidFill>
              <a:schemeClr val="tx2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CaixaDeTexto 157">
            <a:extLst>
              <a:ext uri="{FF2B5EF4-FFF2-40B4-BE49-F238E27FC236}">
                <a16:creationId xmlns:a16="http://schemas.microsoft.com/office/drawing/2014/main" id="{80D2AE76-E29B-B367-A054-612AAE9FCE16}"/>
              </a:ext>
            </a:extLst>
          </p:cNvPr>
          <p:cNvSpPr txBox="1"/>
          <p:nvPr/>
        </p:nvSpPr>
        <p:spPr>
          <a:xfrm>
            <a:off x="6701041" y="841212"/>
            <a:ext cx="12753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Resumo do projeto</a:t>
            </a:r>
            <a:endParaRPr lang="en-GB" sz="11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10A9F8-6E24-AAFB-F3CE-8F4D2B60A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684288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1492D-54C7-F903-202F-66F3EC5D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CAB8BBF8-7A6E-6433-1903-E0C459D4DFCB}"/>
              </a:ext>
            </a:extLst>
          </p:cNvPr>
          <p:cNvSpPr/>
          <p:nvPr/>
        </p:nvSpPr>
        <p:spPr>
          <a:xfrm>
            <a:off x="0" y="0"/>
            <a:ext cx="9144000" cy="5317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apezoide 4">
            <a:extLst>
              <a:ext uri="{FF2B5EF4-FFF2-40B4-BE49-F238E27FC236}">
                <a16:creationId xmlns:a16="http://schemas.microsoft.com/office/drawing/2014/main" id="{8B3E5FC6-FCB6-E725-869F-87A54ACB9DB1}"/>
              </a:ext>
            </a:extLst>
          </p:cNvPr>
          <p:cNvSpPr/>
          <p:nvPr/>
        </p:nvSpPr>
        <p:spPr>
          <a:xfrm rot="2700000">
            <a:off x="8540505" y="140926"/>
            <a:ext cx="808488" cy="156833"/>
          </a:xfrm>
          <a:prstGeom prst="trapezoid">
            <a:avLst>
              <a:gd name="adj" fmla="val 98731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apezoide 5">
            <a:extLst>
              <a:ext uri="{FF2B5EF4-FFF2-40B4-BE49-F238E27FC236}">
                <a16:creationId xmlns:a16="http://schemas.microsoft.com/office/drawing/2014/main" id="{1DAAB794-F393-8B7F-8DE7-FEDD7D5820CE}"/>
              </a:ext>
            </a:extLst>
          </p:cNvPr>
          <p:cNvSpPr/>
          <p:nvPr/>
        </p:nvSpPr>
        <p:spPr>
          <a:xfrm rot="2700000">
            <a:off x="8295752" y="242304"/>
            <a:ext cx="1095234" cy="156833"/>
          </a:xfrm>
          <a:prstGeom prst="trapezoid">
            <a:avLst>
              <a:gd name="adj" fmla="val 98731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2987D80-509C-FE48-C896-39DDA37CE1E7}"/>
              </a:ext>
            </a:extLst>
          </p:cNvPr>
          <p:cNvSpPr txBox="1"/>
          <p:nvPr/>
        </p:nvSpPr>
        <p:spPr>
          <a:xfrm>
            <a:off x="326077" y="219342"/>
            <a:ext cx="815406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0B050"/>
                </a:solidFill>
              </a:rPr>
              <a:t>	PONTOS AINDA A DEFINIR</a:t>
            </a:r>
            <a:r>
              <a:rPr lang="pt-BR" sz="4000" dirty="0">
                <a:solidFill>
                  <a:srgbClr val="00B050"/>
                </a:solidFill>
              </a:rPr>
              <a:t>:</a:t>
            </a:r>
            <a:endParaRPr lang="pt-BR" sz="3600" dirty="0">
              <a:solidFill>
                <a:srgbClr val="00B050"/>
              </a:solidFill>
            </a:endParaRPr>
          </a:p>
          <a:p>
            <a:r>
              <a:rPr lang="pt-BR" sz="1600" dirty="0">
                <a:solidFill>
                  <a:srgbClr val="00B050"/>
                </a:solidFill>
              </a:rPr>
              <a:t>	</a:t>
            </a:r>
            <a:endParaRPr lang="pt-BR" sz="2000" dirty="0">
              <a:solidFill>
                <a:srgbClr val="00B050"/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pt-BR" sz="1600" dirty="0">
                <a:solidFill>
                  <a:srgbClr val="FCF846"/>
                </a:solidFill>
              </a:rPr>
              <a:t>Nome do projeto – “</a:t>
            </a:r>
            <a:r>
              <a:rPr lang="pt-BR" sz="1600">
                <a:solidFill>
                  <a:schemeClr val="bg1"/>
                </a:solidFill>
              </a:rPr>
              <a:t>Jabuti Exibido*</a:t>
            </a:r>
            <a:r>
              <a:rPr lang="pt-BR" sz="1600">
                <a:solidFill>
                  <a:srgbClr val="FCF846"/>
                </a:solidFill>
              </a:rPr>
              <a:t>” </a:t>
            </a:r>
            <a:r>
              <a:rPr lang="pt-BR" sz="1600" dirty="0">
                <a:solidFill>
                  <a:srgbClr val="FCF846"/>
                </a:solidFill>
              </a:rPr>
              <a:t>é temporário, a IA sugeriu “Voto Consciente”, “PL Descomplicado”, “Congressista Alerta” e “Jabuti Killer”;</a:t>
            </a:r>
          </a:p>
          <a:p>
            <a:pPr marL="342900" indent="-342900" algn="just">
              <a:buFontTx/>
              <a:buChar char="-"/>
            </a:pPr>
            <a:endParaRPr lang="pt-BR" sz="1600" dirty="0">
              <a:solidFill>
                <a:srgbClr val="FCF846"/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pt-BR" sz="1600" dirty="0">
                <a:solidFill>
                  <a:srgbClr val="FCF846"/>
                </a:solidFill>
              </a:rPr>
              <a:t>Imagem – Junto com o nome, é preciso pensar a estratégia de criação da imagem, alinhamento de discurso, etc. pois o projeto será bombardeado. Não há dúvida que numa análise fria, trata-se de uma melhoria no processo legislativo, pois não há desculpa para “votar sem entender”. Mas essa melhoria tem o potencial de esvaziar a maior arma dos “Canhotas”, logo requer cuidado;</a:t>
            </a:r>
          </a:p>
          <a:p>
            <a:pPr marL="342900" indent="-342900" algn="just">
              <a:buFontTx/>
              <a:buChar char="-"/>
            </a:pPr>
            <a:endParaRPr lang="pt-BR" sz="1600" dirty="0">
              <a:solidFill>
                <a:srgbClr val="FCF846"/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pt-BR" sz="1600" dirty="0">
                <a:solidFill>
                  <a:srgbClr val="FCF846"/>
                </a:solidFill>
              </a:rPr>
              <a:t>Meios necessários – Não é um investimento alto pelo valor médio de projetos da Câmara, mas para boa governança, segurança e confidencialidade, será preciso esforço profissional e dedicação a solução. Não é algo que possa ser feito “pessoa física”. Além disso, há questões técnicas de acesso a resolver, despesas recorrentes, etc.</a:t>
            </a:r>
          </a:p>
          <a:p>
            <a:pPr algn="just"/>
            <a:endParaRPr lang="pt-BR" dirty="0">
              <a:solidFill>
                <a:srgbClr val="FCF846"/>
              </a:solidFill>
            </a:endParaRPr>
          </a:p>
          <a:p>
            <a:pPr algn="just"/>
            <a:endParaRPr lang="pt-BR" dirty="0">
              <a:solidFill>
                <a:srgbClr val="FCF846"/>
              </a:solidFill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B7A3AA1-8D9F-31D2-2BA3-186D93319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249134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D4F35D-EA7F-C6AC-DEFD-939FFC59E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38E413E6-31FA-E379-A7F6-95186590AAE8}"/>
              </a:ext>
            </a:extLst>
          </p:cNvPr>
          <p:cNvSpPr/>
          <p:nvPr/>
        </p:nvSpPr>
        <p:spPr>
          <a:xfrm>
            <a:off x="0" y="0"/>
            <a:ext cx="9144000" cy="5317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apezoide 4">
            <a:extLst>
              <a:ext uri="{FF2B5EF4-FFF2-40B4-BE49-F238E27FC236}">
                <a16:creationId xmlns:a16="http://schemas.microsoft.com/office/drawing/2014/main" id="{7DC7073A-ADD8-746E-5203-ED0758C2B8CA}"/>
              </a:ext>
            </a:extLst>
          </p:cNvPr>
          <p:cNvSpPr/>
          <p:nvPr/>
        </p:nvSpPr>
        <p:spPr>
          <a:xfrm rot="2700000">
            <a:off x="8540505" y="140926"/>
            <a:ext cx="808488" cy="156833"/>
          </a:xfrm>
          <a:prstGeom prst="trapezoid">
            <a:avLst>
              <a:gd name="adj" fmla="val 98731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rapezoide 5">
            <a:extLst>
              <a:ext uri="{FF2B5EF4-FFF2-40B4-BE49-F238E27FC236}">
                <a16:creationId xmlns:a16="http://schemas.microsoft.com/office/drawing/2014/main" id="{E2395DF6-2EE6-EED6-C0A6-AA1050200507}"/>
              </a:ext>
            </a:extLst>
          </p:cNvPr>
          <p:cNvSpPr/>
          <p:nvPr/>
        </p:nvSpPr>
        <p:spPr>
          <a:xfrm rot="2700000">
            <a:off x="8295752" y="242304"/>
            <a:ext cx="1095234" cy="156833"/>
          </a:xfrm>
          <a:prstGeom prst="trapezoid">
            <a:avLst>
              <a:gd name="adj" fmla="val 98731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024C742-18B4-CA6E-ECE6-94B01E73EEB3}"/>
              </a:ext>
            </a:extLst>
          </p:cNvPr>
          <p:cNvSpPr txBox="1"/>
          <p:nvPr/>
        </p:nvSpPr>
        <p:spPr>
          <a:xfrm>
            <a:off x="326077" y="219342"/>
            <a:ext cx="815406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0B050"/>
                </a:solidFill>
              </a:rPr>
              <a:t>	DISCLAIMER</a:t>
            </a:r>
            <a:endParaRPr lang="pt-BR" sz="3600" dirty="0">
              <a:solidFill>
                <a:srgbClr val="00B050"/>
              </a:solidFill>
            </a:endParaRPr>
          </a:p>
          <a:p>
            <a:r>
              <a:rPr lang="pt-BR" sz="1600" dirty="0">
                <a:solidFill>
                  <a:srgbClr val="00B050"/>
                </a:solidFill>
              </a:rPr>
              <a:t>	</a:t>
            </a:r>
            <a:endParaRPr lang="pt-BR" sz="2000" dirty="0">
              <a:solidFill>
                <a:srgbClr val="00B050"/>
              </a:solidFill>
            </a:endParaRPr>
          </a:p>
          <a:p>
            <a:pPr algn="just"/>
            <a:r>
              <a:rPr lang="pt-BR" sz="1600" dirty="0">
                <a:solidFill>
                  <a:srgbClr val="FCF846"/>
                </a:solidFill>
              </a:rPr>
              <a:t>	A viabilidade técnica e econômica de um projeto como esse é total, não havendo nenhum tipo de impedimento. Até porque, tudo já existe e trata-se somente de organizar melhor a atividade feita hoje de forma atribulada.</a:t>
            </a:r>
          </a:p>
          <a:p>
            <a:pPr algn="just"/>
            <a:endParaRPr lang="pt-BR" sz="1600" dirty="0">
              <a:solidFill>
                <a:srgbClr val="FCF846"/>
              </a:solidFill>
            </a:endParaRPr>
          </a:p>
          <a:p>
            <a:pPr algn="just"/>
            <a:r>
              <a:rPr lang="pt-BR" sz="1600" dirty="0">
                <a:solidFill>
                  <a:srgbClr val="FCF846"/>
                </a:solidFill>
              </a:rPr>
              <a:t>	A implantação do projeto, também não representa problema, uma vez que o </a:t>
            </a:r>
            <a:r>
              <a:rPr lang="pt-BR" sz="1600" dirty="0" err="1">
                <a:solidFill>
                  <a:srgbClr val="FCF846"/>
                </a:solidFill>
              </a:rPr>
              <a:t>crawler</a:t>
            </a:r>
            <a:r>
              <a:rPr lang="pt-BR" sz="1600" dirty="0">
                <a:solidFill>
                  <a:srgbClr val="FCF846"/>
                </a:solidFill>
              </a:rPr>
              <a:t> busca informação pública em meios oficiais e bastaria ao parlamentar interessado em receber o benefício, instalar um aplicativo no seu celular para receber informação de qualidade. </a:t>
            </a:r>
          </a:p>
          <a:p>
            <a:pPr algn="just"/>
            <a:endParaRPr lang="pt-BR" sz="1600" dirty="0">
              <a:solidFill>
                <a:srgbClr val="FCF846"/>
              </a:solidFill>
            </a:endParaRPr>
          </a:p>
          <a:p>
            <a:pPr algn="just"/>
            <a:r>
              <a:rPr lang="pt-BR" sz="1600" dirty="0">
                <a:solidFill>
                  <a:srgbClr val="FCF846"/>
                </a:solidFill>
              </a:rPr>
              <a:t>	Porém, como se trata de tema sensível, o ideal é completar não só o desenho do produto completo, como também percorrer todas as possibilidades do “e se tal coisa de errado?” pois é onde reside o perigo. </a:t>
            </a:r>
          </a:p>
          <a:p>
            <a:pPr algn="just"/>
            <a:endParaRPr lang="pt-BR" sz="1600" dirty="0">
              <a:solidFill>
                <a:srgbClr val="FCF846"/>
              </a:solidFill>
            </a:endParaRPr>
          </a:p>
          <a:p>
            <a:pPr algn="just"/>
            <a:endParaRPr lang="pt-BR" dirty="0">
              <a:solidFill>
                <a:srgbClr val="FCF846"/>
              </a:solidFill>
            </a:endParaRPr>
          </a:p>
          <a:p>
            <a:pPr algn="just"/>
            <a:endParaRPr lang="pt-BR" dirty="0">
              <a:solidFill>
                <a:srgbClr val="FCF846"/>
              </a:solidFill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7C37CAD-DB34-B17A-ABBE-2222ECCA7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565744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44FF3A-4767-7FAD-85AF-923BF4023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44FD7357-A6FC-D5B1-7FF5-2D2616A3F10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392D737-730E-5AB4-F684-251FAA81785B}"/>
              </a:ext>
            </a:extLst>
          </p:cNvPr>
          <p:cNvSpPr/>
          <p:nvPr/>
        </p:nvSpPr>
        <p:spPr>
          <a:xfrm>
            <a:off x="0" y="0"/>
            <a:ext cx="6619875" cy="51435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8D5ADD4-0CC5-570E-7EB6-E7E3AC977D73}"/>
              </a:ext>
            </a:extLst>
          </p:cNvPr>
          <p:cNvSpPr txBox="1"/>
          <p:nvPr/>
        </p:nvSpPr>
        <p:spPr>
          <a:xfrm>
            <a:off x="2839114" y="2079000"/>
            <a:ext cx="63048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latin typeface="Arial Narrow" pitchFamily="34" charset="0"/>
              </a:rPr>
              <a:t>OBRIGADO!</a:t>
            </a:r>
            <a:endParaRPr lang="pt-BR" sz="3600" dirty="0">
              <a:solidFill>
                <a:schemeClr val="bg1"/>
              </a:solidFill>
              <a:latin typeface="Arial Narrow" pitchFamily="34" charset="0"/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305F3D5C-43B3-E557-939E-1A8DA21912A2}"/>
              </a:ext>
            </a:extLst>
          </p:cNvPr>
          <p:cNvCxnSpPr/>
          <p:nvPr/>
        </p:nvCxnSpPr>
        <p:spPr>
          <a:xfrm>
            <a:off x="6610350" y="0"/>
            <a:ext cx="0" cy="514350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rapezoide 12">
            <a:extLst>
              <a:ext uri="{FF2B5EF4-FFF2-40B4-BE49-F238E27FC236}">
                <a16:creationId xmlns:a16="http://schemas.microsoft.com/office/drawing/2014/main" id="{89F328C1-0610-2AFD-A6C8-E5CC07864708}"/>
              </a:ext>
            </a:extLst>
          </p:cNvPr>
          <p:cNvSpPr/>
          <p:nvPr/>
        </p:nvSpPr>
        <p:spPr>
          <a:xfrm rot="2700000">
            <a:off x="7520505" y="403526"/>
            <a:ext cx="2057434" cy="374754"/>
          </a:xfrm>
          <a:prstGeom prst="trapezoid">
            <a:avLst>
              <a:gd name="adj" fmla="val 98731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rapezoide 13">
            <a:extLst>
              <a:ext uri="{FF2B5EF4-FFF2-40B4-BE49-F238E27FC236}">
                <a16:creationId xmlns:a16="http://schemas.microsoft.com/office/drawing/2014/main" id="{D8201C4B-9299-FFFC-EDA3-047D0C0C763B}"/>
              </a:ext>
            </a:extLst>
          </p:cNvPr>
          <p:cNvSpPr/>
          <p:nvPr/>
        </p:nvSpPr>
        <p:spPr>
          <a:xfrm rot="2700000">
            <a:off x="6892538" y="666725"/>
            <a:ext cx="2787146" cy="374754"/>
          </a:xfrm>
          <a:prstGeom prst="trapezoid">
            <a:avLst>
              <a:gd name="adj" fmla="val 98731"/>
            </a:avLst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E444EC-BDAB-BAE6-191B-9362CBBD64BF}"/>
              </a:ext>
            </a:extLst>
          </p:cNvPr>
          <p:cNvSpPr txBox="1"/>
          <p:nvPr/>
        </p:nvSpPr>
        <p:spPr>
          <a:xfrm>
            <a:off x="294968" y="4659541"/>
            <a:ext cx="2133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solidFill>
                  <a:srgbClr val="FFC000"/>
                </a:solidFill>
              </a:rPr>
              <a:t>Eduardo H. Fonseca, 55 11 992 954 344</a:t>
            </a:r>
            <a:endParaRPr lang="en-GB" sz="8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CD500634-B34F-928A-65CD-834F6CB02004}"/>
                  </a:ext>
                </a:extLst>
              </p14:cNvPr>
              <p14:cNvContentPartPr/>
              <p14:nvPr/>
            </p14:nvContentPartPr>
            <p14:xfrm>
              <a:off x="7239398" y="3436910"/>
              <a:ext cx="360" cy="36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CD500634-B34F-928A-65CD-834F6CB020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33278" y="343079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Tinta 18">
                <a:extLst>
                  <a:ext uri="{FF2B5EF4-FFF2-40B4-BE49-F238E27FC236}">
                    <a16:creationId xmlns:a16="http://schemas.microsoft.com/office/drawing/2014/main" id="{479CB2AF-39BB-5796-102C-5896582015D3}"/>
                  </a:ext>
                </a:extLst>
              </p14:cNvPr>
              <p14:cNvContentPartPr/>
              <p14:nvPr/>
            </p14:nvContentPartPr>
            <p14:xfrm>
              <a:off x="7331558" y="3364550"/>
              <a:ext cx="360" cy="360"/>
            </p14:xfrm>
          </p:contentPart>
        </mc:Choice>
        <mc:Fallback xmlns="">
          <p:pic>
            <p:nvPicPr>
              <p:cNvPr id="19" name="Tinta 18">
                <a:extLst>
                  <a:ext uri="{FF2B5EF4-FFF2-40B4-BE49-F238E27FC236}">
                    <a16:creationId xmlns:a16="http://schemas.microsoft.com/office/drawing/2014/main" id="{479CB2AF-39BB-5796-102C-5896582015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25438" y="335843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Agrupar 21">
            <a:extLst>
              <a:ext uri="{FF2B5EF4-FFF2-40B4-BE49-F238E27FC236}">
                <a16:creationId xmlns:a16="http://schemas.microsoft.com/office/drawing/2014/main" id="{AFFD4CD9-223F-928D-7EA0-3B22B04540C5}"/>
              </a:ext>
            </a:extLst>
          </p:cNvPr>
          <p:cNvGrpSpPr/>
          <p:nvPr/>
        </p:nvGrpSpPr>
        <p:grpSpPr>
          <a:xfrm>
            <a:off x="7199798" y="3425030"/>
            <a:ext cx="79560" cy="185040"/>
            <a:chOff x="7199798" y="3425030"/>
            <a:chExt cx="79560" cy="18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7C57E37A-E310-66BD-CC17-D3323C2CEDF7}"/>
                    </a:ext>
                  </a:extLst>
                </p14:cNvPr>
                <p14:cNvContentPartPr/>
                <p14:nvPr/>
              </p14:nvContentPartPr>
              <p14:xfrm>
                <a:off x="7268918" y="3571910"/>
                <a:ext cx="360" cy="36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7C57E37A-E310-66BD-CC17-D3323C2CEDF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62798" y="356579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D72B851C-C1F1-9F39-22F5-4B99A1D06F64}"/>
                    </a:ext>
                  </a:extLst>
                </p14:cNvPr>
                <p14:cNvContentPartPr/>
                <p14:nvPr/>
              </p14:nvContentPartPr>
              <p14:xfrm>
                <a:off x="7278998" y="3473270"/>
                <a:ext cx="360" cy="36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D72B851C-C1F1-9F39-22F5-4B99A1D06F6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272878" y="346715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2EDD53C7-C9D7-0F35-F767-B1542E9B79C7}"/>
                    </a:ext>
                  </a:extLst>
                </p14:cNvPr>
                <p14:cNvContentPartPr/>
                <p14:nvPr/>
              </p14:nvContentPartPr>
              <p14:xfrm>
                <a:off x="7203038" y="3425030"/>
                <a:ext cx="60120" cy="13068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2EDD53C7-C9D7-0F35-F767-B1542E9B79C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96918" y="3418910"/>
                  <a:ext cx="723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53044E05-958B-12F5-CDAB-3D88DD47CFD4}"/>
                    </a:ext>
                  </a:extLst>
                </p14:cNvPr>
                <p14:cNvContentPartPr/>
                <p14:nvPr/>
              </p14:nvContentPartPr>
              <p14:xfrm>
                <a:off x="7230038" y="3597470"/>
                <a:ext cx="6120" cy="756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53044E05-958B-12F5-CDAB-3D88DD47CFD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23918" y="3591350"/>
                  <a:ext cx="183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8665FE7D-1590-08B2-C2DC-8FAA0012F7AA}"/>
                    </a:ext>
                  </a:extLst>
                </p14:cNvPr>
                <p14:cNvContentPartPr/>
                <p14:nvPr/>
              </p14:nvContentPartPr>
              <p14:xfrm>
                <a:off x="7199798" y="3566510"/>
                <a:ext cx="42120" cy="4356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8665FE7D-1590-08B2-C2DC-8FAA0012F7A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193678" y="3560390"/>
                  <a:ext cx="54360" cy="558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6" name="Imagem 25" descr="Desenho de um urso de pelúcia&#10;&#10;O conteúdo gerado por IA pode estar incorreto.">
            <a:extLst>
              <a:ext uri="{FF2B5EF4-FFF2-40B4-BE49-F238E27FC236}">
                <a16:creationId xmlns:a16="http://schemas.microsoft.com/office/drawing/2014/main" id="{E288014B-5382-A438-F38B-2E368CDF3FC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7129" b="89941" l="9961" r="89974">
                        <a14:foregroundMark x1="52409" y1="7129" x2="52409" y2="7129"/>
                        <a14:foregroundMark x1="48828" y1="12891" x2="48828" y2="12891"/>
                        <a14:foregroundMark x1="48372" y1="14063" x2="48372" y2="140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267" y="2623646"/>
            <a:ext cx="3779782" cy="2519854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887086F-40B7-3344-BF37-9EF673EA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E535-E2F0-40CA-BB77-42DC29E3BC5D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167799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13"/>
</p:tagLst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00"/>
      </a:hlink>
      <a:folHlink>
        <a:srgbClr val="FFFF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  <a:headEnd type="triangl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8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27284</TotalTime>
  <Words>1350</Words>
  <Application>Microsoft Office PowerPoint</Application>
  <PresentationFormat>Apresentação na tela (16:9)</PresentationFormat>
  <Paragraphs>198</Paragraphs>
  <Slides>14</Slides>
  <Notes>2</Notes>
  <HiddenSlides>1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Arial Narrow</vt:lpstr>
      <vt:lpstr>Calibri</vt:lpstr>
      <vt:lpstr>Gill Sans MT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cosmo.lima</dc:creator>
  <cp:lastModifiedBy>Eduardo H. Fonseca</cp:lastModifiedBy>
  <cp:revision>1168</cp:revision>
  <dcterms:created xsi:type="dcterms:W3CDTF">2009-08-12T14:47:09Z</dcterms:created>
  <dcterms:modified xsi:type="dcterms:W3CDTF">2026-03-31T14:58:15Z</dcterms:modified>
</cp:coreProperties>
</file>